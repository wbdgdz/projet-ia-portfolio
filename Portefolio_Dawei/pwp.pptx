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EE146-2DE4-434E-B750-B859CDAB07AE}" v="50" dt="2025-03-26T00:33:33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éo Tessier" userId="5c57afeb-e989-4f4b-b5ea-08185bd339cb" providerId="ADAL" clId="{55FEE146-2DE4-434E-B750-B859CDAB07AE}"/>
    <pc:docChg chg="undo custSel modSld">
      <pc:chgData name="Timéo Tessier" userId="5c57afeb-e989-4f4b-b5ea-08185bd339cb" providerId="ADAL" clId="{55FEE146-2DE4-434E-B750-B859CDAB07AE}" dt="2025-03-26T00:35:13.551" v="2302" actId="1076"/>
      <pc:docMkLst>
        <pc:docMk/>
      </pc:docMkLst>
      <pc:sldChg chg="addSp modSp mod">
        <pc:chgData name="Timéo Tessier" userId="5c57afeb-e989-4f4b-b5ea-08185bd339cb" providerId="ADAL" clId="{55FEE146-2DE4-434E-B750-B859CDAB07AE}" dt="2025-03-25T23:24:27.334" v="615" actId="1076"/>
        <pc:sldMkLst>
          <pc:docMk/>
          <pc:sldMk cId="1726656439" sldId="260"/>
        </pc:sldMkLst>
        <pc:spChg chg="mod">
          <ac:chgData name="Timéo Tessier" userId="5c57afeb-e989-4f4b-b5ea-08185bd339cb" providerId="ADAL" clId="{55FEE146-2DE4-434E-B750-B859CDAB07AE}" dt="2025-03-25T23:24:19.302" v="614" actId="1076"/>
          <ac:spMkLst>
            <pc:docMk/>
            <pc:sldMk cId="1726656439" sldId="260"/>
            <ac:spMk id="12" creationId="{433DCA2A-BCDF-3430-6481-3FFA05A8C9D8}"/>
          </ac:spMkLst>
        </pc:spChg>
        <pc:spChg chg="mod">
          <ac:chgData name="Timéo Tessier" userId="5c57afeb-e989-4f4b-b5ea-08185bd339cb" providerId="ADAL" clId="{55FEE146-2DE4-434E-B750-B859CDAB07AE}" dt="2025-03-25T23:24:18.841" v="613" actId="1076"/>
          <ac:spMkLst>
            <pc:docMk/>
            <pc:sldMk cId="1726656439" sldId="260"/>
            <ac:spMk id="13" creationId="{97363333-4CB6-5003-5D6D-AFF46127FFF7}"/>
          </ac:spMkLst>
        </pc:spChg>
        <pc:spChg chg="mod">
          <ac:chgData name="Timéo Tessier" userId="5c57afeb-e989-4f4b-b5ea-08185bd339cb" providerId="ADAL" clId="{55FEE146-2DE4-434E-B750-B859CDAB07AE}" dt="2025-03-25T23:24:18.841" v="613" actId="1076"/>
          <ac:spMkLst>
            <pc:docMk/>
            <pc:sldMk cId="1726656439" sldId="260"/>
            <ac:spMk id="23" creationId="{3FC00CF3-9A01-D5F9-5793-3E0349E408F9}"/>
          </ac:spMkLst>
        </pc:spChg>
        <pc:spChg chg="mod">
          <ac:chgData name="Timéo Tessier" userId="5c57afeb-e989-4f4b-b5ea-08185bd339cb" providerId="ADAL" clId="{55FEE146-2DE4-434E-B750-B859CDAB07AE}" dt="2025-03-25T23:24:19.302" v="614" actId="1076"/>
          <ac:spMkLst>
            <pc:docMk/>
            <pc:sldMk cId="1726656439" sldId="260"/>
            <ac:spMk id="24" creationId="{20E44A42-FA30-FAF1-135E-FE0568ABB022}"/>
          </ac:spMkLst>
        </pc:spChg>
        <pc:spChg chg="mod">
          <ac:chgData name="Timéo Tessier" userId="5c57afeb-e989-4f4b-b5ea-08185bd339cb" providerId="ADAL" clId="{55FEE146-2DE4-434E-B750-B859CDAB07AE}" dt="2025-03-25T23:24:27.334" v="615" actId="1076"/>
          <ac:spMkLst>
            <pc:docMk/>
            <pc:sldMk cId="1726656439" sldId="260"/>
            <ac:spMk id="28" creationId="{289A1913-9B90-3A84-E095-CB9A65702547}"/>
          </ac:spMkLst>
        </pc:spChg>
        <pc:spChg chg="mod">
          <ac:chgData name="Timéo Tessier" userId="5c57afeb-e989-4f4b-b5ea-08185bd339cb" providerId="ADAL" clId="{55FEE146-2DE4-434E-B750-B859CDAB07AE}" dt="2025-03-25T23:12:24.170" v="467" actId="20577"/>
          <ac:spMkLst>
            <pc:docMk/>
            <pc:sldMk cId="1726656439" sldId="260"/>
            <ac:spMk id="29" creationId="{D5F89499-E41F-4A1E-9EEE-54598AFD1E5B}"/>
          </ac:spMkLst>
        </pc:spChg>
        <pc:spChg chg="add mod">
          <ac:chgData name="Timéo Tessier" userId="5c57afeb-e989-4f4b-b5ea-08185bd339cb" providerId="ADAL" clId="{55FEE146-2DE4-434E-B750-B859CDAB07AE}" dt="2025-03-25T23:24:27.334" v="615" actId="1076"/>
          <ac:spMkLst>
            <pc:docMk/>
            <pc:sldMk cId="1726656439" sldId="260"/>
            <ac:spMk id="36" creationId="{C30063E7-BE25-5613-3142-840B84E723AB}"/>
          </ac:spMkLst>
        </pc:spChg>
        <pc:spChg chg="add mod">
          <ac:chgData name="Timéo Tessier" userId="5c57afeb-e989-4f4b-b5ea-08185bd339cb" providerId="ADAL" clId="{55FEE146-2DE4-434E-B750-B859CDAB07AE}" dt="2025-03-25T23:11:53.682" v="464" actId="20577"/>
          <ac:spMkLst>
            <pc:docMk/>
            <pc:sldMk cId="1726656439" sldId="260"/>
            <ac:spMk id="37" creationId="{E551A518-85A5-AF05-4521-9C931C790068}"/>
          </ac:spMkLst>
        </pc:spChg>
        <pc:cxnChg chg="mod">
          <ac:chgData name="Timéo Tessier" userId="5c57afeb-e989-4f4b-b5ea-08185bd339cb" providerId="ADAL" clId="{55FEE146-2DE4-434E-B750-B859CDAB07AE}" dt="2025-03-25T23:24:27.334" v="615" actId="1076"/>
          <ac:cxnSpMkLst>
            <pc:docMk/>
            <pc:sldMk cId="1726656439" sldId="260"/>
            <ac:cxnSpMk id="33" creationId="{838DC8AF-17D5-CFD4-F6A7-92CB2E9EFA66}"/>
          </ac:cxnSpMkLst>
        </pc:cxnChg>
      </pc:sldChg>
      <pc:sldChg chg="addSp modSp mod">
        <pc:chgData name="Timéo Tessier" userId="5c57afeb-e989-4f4b-b5ea-08185bd339cb" providerId="ADAL" clId="{55FEE146-2DE4-434E-B750-B859CDAB07AE}" dt="2025-03-25T23:41:26.312" v="1415" actId="20577"/>
        <pc:sldMkLst>
          <pc:docMk/>
          <pc:sldMk cId="604125050" sldId="261"/>
        </pc:sldMkLst>
        <pc:spChg chg="add mod">
          <ac:chgData name="Timéo Tessier" userId="5c57afeb-e989-4f4b-b5ea-08185bd339cb" providerId="ADAL" clId="{55FEE146-2DE4-434E-B750-B859CDAB07AE}" dt="2025-03-25T23:27:04.467" v="635" actId="113"/>
          <ac:spMkLst>
            <pc:docMk/>
            <pc:sldMk cId="604125050" sldId="261"/>
            <ac:spMk id="6" creationId="{4D016555-3E40-3C06-6B63-D570D9758362}"/>
          </ac:spMkLst>
        </pc:spChg>
        <pc:spChg chg="add mod">
          <ac:chgData name="Timéo Tessier" userId="5c57afeb-e989-4f4b-b5ea-08185bd339cb" providerId="ADAL" clId="{55FEE146-2DE4-434E-B750-B859CDAB07AE}" dt="2025-03-25T23:28:52.402" v="678" actId="1076"/>
          <ac:spMkLst>
            <pc:docMk/>
            <pc:sldMk cId="604125050" sldId="261"/>
            <ac:spMk id="7" creationId="{FEE5524C-9B0E-DF10-EC56-4CA26211F2B9}"/>
          </ac:spMkLst>
        </pc:spChg>
        <pc:spChg chg="add mod">
          <ac:chgData name="Timéo Tessier" userId="5c57afeb-e989-4f4b-b5ea-08185bd339cb" providerId="ADAL" clId="{55FEE146-2DE4-434E-B750-B859CDAB07AE}" dt="2025-03-25T23:27:28.246" v="642" actId="20577"/>
          <ac:spMkLst>
            <pc:docMk/>
            <pc:sldMk cId="604125050" sldId="261"/>
            <ac:spMk id="8" creationId="{9B88FFCF-17C6-0401-3D01-706BB95025A2}"/>
          </ac:spMkLst>
        </pc:spChg>
        <pc:spChg chg="add mod">
          <ac:chgData name="Timéo Tessier" userId="5c57afeb-e989-4f4b-b5ea-08185bd339cb" providerId="ADAL" clId="{55FEE146-2DE4-434E-B750-B859CDAB07AE}" dt="2025-03-25T23:41:26.312" v="1415" actId="20577"/>
          <ac:spMkLst>
            <pc:docMk/>
            <pc:sldMk cId="604125050" sldId="261"/>
            <ac:spMk id="15" creationId="{1815626B-BAC8-17CF-DB4B-9E2000AF7E72}"/>
          </ac:spMkLst>
        </pc:spChg>
        <pc:picChg chg="add mod">
          <ac:chgData name="Timéo Tessier" userId="5c57afeb-e989-4f4b-b5ea-08185bd339cb" providerId="ADAL" clId="{55FEE146-2DE4-434E-B750-B859CDAB07AE}" dt="2025-03-25T23:20:46.782" v="567" actId="1076"/>
          <ac:picMkLst>
            <pc:docMk/>
            <pc:sldMk cId="604125050" sldId="261"/>
            <ac:picMk id="4" creationId="{C96755D9-1687-31AD-1706-CFE3CE39B73C}"/>
          </ac:picMkLst>
        </pc:picChg>
        <pc:cxnChg chg="add mod">
          <ac:chgData name="Timéo Tessier" userId="5c57afeb-e989-4f4b-b5ea-08185bd339cb" providerId="ADAL" clId="{55FEE146-2DE4-434E-B750-B859CDAB07AE}" dt="2025-03-25T23:20:46.782" v="567" actId="1076"/>
          <ac:cxnSpMkLst>
            <pc:docMk/>
            <pc:sldMk cId="604125050" sldId="261"/>
            <ac:cxnSpMk id="10" creationId="{24FF064B-BC40-67FD-9686-4BA2735B18BA}"/>
          </ac:cxnSpMkLst>
        </pc:cxnChg>
        <pc:cxnChg chg="add mod">
          <ac:chgData name="Timéo Tessier" userId="5c57afeb-e989-4f4b-b5ea-08185bd339cb" providerId="ADAL" clId="{55FEE146-2DE4-434E-B750-B859CDAB07AE}" dt="2025-03-25T23:24:50.430" v="616" actId="14100"/>
          <ac:cxnSpMkLst>
            <pc:docMk/>
            <pc:sldMk cId="604125050" sldId="261"/>
            <ac:cxnSpMk id="12" creationId="{D564B372-D722-DBAE-29FF-7BB645F3253A}"/>
          </ac:cxnSpMkLst>
        </pc:cxnChg>
      </pc:sldChg>
      <pc:sldChg chg="addSp delSp modSp mod">
        <pc:chgData name="Timéo Tessier" userId="5c57afeb-e989-4f4b-b5ea-08185bd339cb" providerId="ADAL" clId="{55FEE146-2DE4-434E-B750-B859CDAB07AE}" dt="2025-03-26T00:35:13.551" v="2302" actId="1076"/>
        <pc:sldMkLst>
          <pc:docMk/>
          <pc:sldMk cId="987423837" sldId="262"/>
        </pc:sldMkLst>
        <pc:spChg chg="mod">
          <ac:chgData name="Timéo Tessier" userId="5c57afeb-e989-4f4b-b5ea-08185bd339cb" providerId="ADAL" clId="{55FEE146-2DE4-434E-B750-B859CDAB07AE}" dt="2025-03-26T00:35:13.551" v="2302" actId="1076"/>
          <ac:spMkLst>
            <pc:docMk/>
            <pc:sldMk cId="987423837" sldId="262"/>
            <ac:spMk id="3" creationId="{F95BCEF2-AF8A-EA99-E4FC-64B337210178}"/>
          </ac:spMkLst>
        </pc:spChg>
        <pc:spChg chg="add mod">
          <ac:chgData name="Timéo Tessier" userId="5c57afeb-e989-4f4b-b5ea-08185bd339cb" providerId="ADAL" clId="{55FEE146-2DE4-434E-B750-B859CDAB07AE}" dt="2025-03-25T23:49:06.589" v="1464" actId="1076"/>
          <ac:spMkLst>
            <pc:docMk/>
            <pc:sldMk cId="987423837" sldId="262"/>
            <ac:spMk id="5" creationId="{C3CE5F8B-49F3-D46F-5918-1E691AF02B60}"/>
          </ac:spMkLst>
        </pc:spChg>
        <pc:spChg chg="add del mod">
          <ac:chgData name="Timéo Tessier" userId="5c57afeb-e989-4f4b-b5ea-08185bd339cb" providerId="ADAL" clId="{55FEE146-2DE4-434E-B750-B859CDAB07AE}" dt="2025-03-25T23:46:14.394" v="1426" actId="478"/>
          <ac:spMkLst>
            <pc:docMk/>
            <pc:sldMk cId="987423837" sldId="262"/>
            <ac:spMk id="6" creationId="{72C7C50C-8E73-0F73-4715-1801DC627F08}"/>
          </ac:spMkLst>
        </pc:spChg>
        <pc:spChg chg="add mod">
          <ac:chgData name="Timéo Tessier" userId="5c57afeb-e989-4f4b-b5ea-08185bd339cb" providerId="ADAL" clId="{55FEE146-2DE4-434E-B750-B859CDAB07AE}" dt="2025-03-25T23:53:02.349" v="1498" actId="14100"/>
          <ac:spMkLst>
            <pc:docMk/>
            <pc:sldMk cId="987423837" sldId="262"/>
            <ac:spMk id="7" creationId="{422E8499-624C-9386-FEE3-407783C303CF}"/>
          </ac:spMkLst>
        </pc:spChg>
        <pc:spChg chg="add mod">
          <ac:chgData name="Timéo Tessier" userId="5c57afeb-e989-4f4b-b5ea-08185bd339cb" providerId="ADAL" clId="{55FEE146-2DE4-434E-B750-B859CDAB07AE}" dt="2025-03-25T23:51:08.555" v="1478" actId="1076"/>
          <ac:spMkLst>
            <pc:docMk/>
            <pc:sldMk cId="987423837" sldId="262"/>
            <ac:spMk id="10" creationId="{AE322132-8A37-B8AE-D965-6A5FDD8F9C82}"/>
          </ac:spMkLst>
        </pc:spChg>
        <pc:spChg chg="add mod">
          <ac:chgData name="Timéo Tessier" userId="5c57afeb-e989-4f4b-b5ea-08185bd339cb" providerId="ADAL" clId="{55FEE146-2DE4-434E-B750-B859CDAB07AE}" dt="2025-03-25T23:52:56.564" v="1496" actId="14100"/>
          <ac:spMkLst>
            <pc:docMk/>
            <pc:sldMk cId="987423837" sldId="262"/>
            <ac:spMk id="11" creationId="{0BDBF9AD-927F-F1CB-4575-FA1F5F188E87}"/>
          </ac:spMkLst>
        </pc:spChg>
        <pc:spChg chg="add mod">
          <ac:chgData name="Timéo Tessier" userId="5c57afeb-e989-4f4b-b5ea-08185bd339cb" providerId="ADAL" clId="{55FEE146-2DE4-434E-B750-B859CDAB07AE}" dt="2025-03-25T23:49:18.338" v="1466" actId="1076"/>
          <ac:spMkLst>
            <pc:docMk/>
            <pc:sldMk cId="987423837" sldId="262"/>
            <ac:spMk id="12" creationId="{A9A12C56-91A1-6EEB-B12F-383ABD3B3376}"/>
          </ac:spMkLst>
        </pc:spChg>
        <pc:spChg chg="add mod">
          <ac:chgData name="Timéo Tessier" userId="5c57afeb-e989-4f4b-b5ea-08185bd339cb" providerId="ADAL" clId="{55FEE146-2DE4-434E-B750-B859CDAB07AE}" dt="2025-03-25T23:52:59.527" v="1497" actId="14100"/>
          <ac:spMkLst>
            <pc:docMk/>
            <pc:sldMk cId="987423837" sldId="262"/>
            <ac:spMk id="13" creationId="{74BA1C46-8E46-442E-1471-ED51D4B6D440}"/>
          </ac:spMkLst>
        </pc:spChg>
        <pc:spChg chg="add del mod">
          <ac:chgData name="Timéo Tessier" userId="5c57afeb-e989-4f4b-b5ea-08185bd339cb" providerId="ADAL" clId="{55FEE146-2DE4-434E-B750-B859CDAB07AE}" dt="2025-03-25T23:51:44.897" v="1483"/>
          <ac:spMkLst>
            <pc:docMk/>
            <pc:sldMk cId="987423837" sldId="262"/>
            <ac:spMk id="14" creationId="{60664BE7-1759-6D19-28AF-917F631D5170}"/>
          </ac:spMkLst>
        </pc:spChg>
        <pc:spChg chg="add del mod">
          <ac:chgData name="Timéo Tessier" userId="5c57afeb-e989-4f4b-b5ea-08185bd339cb" providerId="ADAL" clId="{55FEE146-2DE4-434E-B750-B859CDAB07AE}" dt="2025-03-25T23:51:50.076" v="1486"/>
          <ac:spMkLst>
            <pc:docMk/>
            <pc:sldMk cId="987423837" sldId="262"/>
            <ac:spMk id="15" creationId="{48E30E17-5DF6-1F36-4897-4B914FCF95C8}"/>
          </ac:spMkLst>
        </pc:spChg>
        <pc:spChg chg="add mod">
          <ac:chgData name="Timéo Tessier" userId="5c57afeb-e989-4f4b-b5ea-08185bd339cb" providerId="ADAL" clId="{55FEE146-2DE4-434E-B750-B859CDAB07AE}" dt="2025-03-26T00:34:50.164" v="2297" actId="1076"/>
          <ac:spMkLst>
            <pc:docMk/>
            <pc:sldMk cId="987423837" sldId="262"/>
            <ac:spMk id="16" creationId="{E3365DCC-66E8-C9D2-56D1-656D24C2D154}"/>
          </ac:spMkLst>
        </pc:spChg>
        <pc:spChg chg="add del mod">
          <ac:chgData name="Timéo Tessier" userId="5c57afeb-e989-4f4b-b5ea-08185bd339cb" providerId="ADAL" clId="{55FEE146-2DE4-434E-B750-B859CDAB07AE}" dt="2025-03-25T23:58:45.588" v="1584" actId="478"/>
          <ac:spMkLst>
            <pc:docMk/>
            <pc:sldMk cId="987423837" sldId="262"/>
            <ac:spMk id="17" creationId="{72E28A9E-4211-754F-64C2-641A6592F4A9}"/>
          </ac:spMkLst>
        </pc:spChg>
        <pc:spChg chg="add mod">
          <ac:chgData name="Timéo Tessier" userId="5c57afeb-e989-4f4b-b5ea-08185bd339cb" providerId="ADAL" clId="{55FEE146-2DE4-434E-B750-B859CDAB07AE}" dt="2025-03-26T00:34:53.608" v="2298" actId="1076"/>
          <ac:spMkLst>
            <pc:docMk/>
            <pc:sldMk cId="987423837" sldId="262"/>
            <ac:spMk id="18" creationId="{8FB789B3-3D70-760B-37AE-CD8332D78EF3}"/>
          </ac:spMkLst>
        </pc:spChg>
        <pc:spChg chg="add del">
          <ac:chgData name="Timéo Tessier" userId="5c57afeb-e989-4f4b-b5ea-08185bd339cb" providerId="ADAL" clId="{55FEE146-2DE4-434E-B750-B859CDAB07AE}" dt="2025-03-26T00:00:33.212" v="1644" actId="478"/>
          <ac:spMkLst>
            <pc:docMk/>
            <pc:sldMk cId="987423837" sldId="262"/>
            <ac:spMk id="19" creationId="{EE1B66FD-9C9B-3E7A-62B3-DA91D27CC53D}"/>
          </ac:spMkLst>
        </pc:spChg>
        <pc:spChg chg="add del mod">
          <ac:chgData name="Timéo Tessier" userId="5c57afeb-e989-4f4b-b5ea-08185bd339cb" providerId="ADAL" clId="{55FEE146-2DE4-434E-B750-B859CDAB07AE}" dt="2025-03-26T00:00:29.737" v="1641" actId="478"/>
          <ac:spMkLst>
            <pc:docMk/>
            <pc:sldMk cId="987423837" sldId="262"/>
            <ac:spMk id="20" creationId="{40BEB803-EA68-D944-4D73-58D44B772B2B}"/>
          </ac:spMkLst>
        </pc:spChg>
        <pc:spChg chg="add del mod">
          <ac:chgData name="Timéo Tessier" userId="5c57afeb-e989-4f4b-b5ea-08185bd339cb" providerId="ADAL" clId="{55FEE146-2DE4-434E-B750-B859CDAB07AE}" dt="2025-03-26T00:00:29.737" v="1643"/>
          <ac:spMkLst>
            <pc:docMk/>
            <pc:sldMk cId="987423837" sldId="262"/>
            <ac:spMk id="21" creationId="{8DE966A1-4A83-CFBF-4FF4-50B0BE776CF2}"/>
          </ac:spMkLst>
        </pc:spChg>
        <pc:spChg chg="add del mod">
          <ac:chgData name="Timéo Tessier" userId="5c57afeb-e989-4f4b-b5ea-08185bd339cb" providerId="ADAL" clId="{55FEE146-2DE4-434E-B750-B859CDAB07AE}" dt="2025-03-26T00:04:25.569" v="1705" actId="478"/>
          <ac:spMkLst>
            <pc:docMk/>
            <pc:sldMk cId="987423837" sldId="262"/>
            <ac:spMk id="22" creationId="{92FDDF8A-2D76-BE99-1512-89333DBC9AFB}"/>
          </ac:spMkLst>
        </pc:spChg>
        <pc:spChg chg="add mod">
          <ac:chgData name="Timéo Tessier" userId="5c57afeb-e989-4f4b-b5ea-08185bd339cb" providerId="ADAL" clId="{55FEE146-2DE4-434E-B750-B859CDAB07AE}" dt="2025-03-26T00:20:22.237" v="1828" actId="403"/>
          <ac:spMkLst>
            <pc:docMk/>
            <pc:sldMk cId="987423837" sldId="262"/>
            <ac:spMk id="23" creationId="{51CCD4F0-AA12-DE9C-B9F9-57C9C0F0EBA6}"/>
          </ac:spMkLst>
        </pc:spChg>
        <pc:spChg chg="add mod">
          <ac:chgData name="Timéo Tessier" userId="5c57afeb-e989-4f4b-b5ea-08185bd339cb" providerId="ADAL" clId="{55FEE146-2DE4-434E-B750-B859CDAB07AE}" dt="2025-03-26T00:23:55.269" v="1930" actId="113"/>
          <ac:spMkLst>
            <pc:docMk/>
            <pc:sldMk cId="987423837" sldId="262"/>
            <ac:spMk id="24" creationId="{DAA1F5F1-B4CA-3BC9-2496-C4BA0D359EA7}"/>
          </ac:spMkLst>
        </pc:spChg>
        <pc:spChg chg="add del mod">
          <ac:chgData name="Timéo Tessier" userId="5c57afeb-e989-4f4b-b5ea-08185bd339cb" providerId="ADAL" clId="{55FEE146-2DE4-434E-B750-B859CDAB07AE}" dt="2025-03-26T00:15:26.785" v="1724" actId="478"/>
          <ac:spMkLst>
            <pc:docMk/>
            <pc:sldMk cId="987423837" sldId="262"/>
            <ac:spMk id="25" creationId="{2BF4850F-311F-8287-B434-2D3AF00B5E72}"/>
          </ac:spMkLst>
        </pc:spChg>
        <pc:spChg chg="add del mod">
          <ac:chgData name="Timéo Tessier" userId="5c57afeb-e989-4f4b-b5ea-08185bd339cb" providerId="ADAL" clId="{55FEE146-2DE4-434E-B750-B859CDAB07AE}" dt="2025-03-26T00:18:05.753" v="1758"/>
          <ac:spMkLst>
            <pc:docMk/>
            <pc:sldMk cId="987423837" sldId="262"/>
            <ac:spMk id="26" creationId="{47943D6C-F136-78ED-1FD4-90C15D089DC7}"/>
          </ac:spMkLst>
        </pc:spChg>
        <pc:spChg chg="add del mod">
          <ac:chgData name="Timéo Tessier" userId="5c57afeb-e989-4f4b-b5ea-08185bd339cb" providerId="ADAL" clId="{55FEE146-2DE4-434E-B750-B859CDAB07AE}" dt="2025-03-26T00:19:19.614" v="1808"/>
          <ac:spMkLst>
            <pc:docMk/>
            <pc:sldMk cId="987423837" sldId="262"/>
            <ac:spMk id="27" creationId="{7B776AB0-12EF-DB4F-1CE6-CA4AA41FA23E}"/>
          </ac:spMkLst>
        </pc:spChg>
        <pc:spChg chg="add del mod">
          <ac:chgData name="Timéo Tessier" userId="5c57afeb-e989-4f4b-b5ea-08185bd339cb" providerId="ADAL" clId="{55FEE146-2DE4-434E-B750-B859CDAB07AE}" dt="2025-03-26T00:19:50.914" v="1818"/>
          <ac:spMkLst>
            <pc:docMk/>
            <pc:sldMk cId="987423837" sldId="262"/>
            <ac:spMk id="28" creationId="{50347CF0-B7D2-EC7A-CF9C-12E3576C8AED}"/>
          </ac:spMkLst>
        </pc:spChg>
        <pc:spChg chg="add del mod">
          <ac:chgData name="Timéo Tessier" userId="5c57afeb-e989-4f4b-b5ea-08185bd339cb" providerId="ADAL" clId="{55FEE146-2DE4-434E-B750-B859CDAB07AE}" dt="2025-03-26T00:20:23.838" v="1830"/>
          <ac:spMkLst>
            <pc:docMk/>
            <pc:sldMk cId="987423837" sldId="262"/>
            <ac:spMk id="30" creationId="{75626286-BA47-1D6D-66F9-D3DF8F3B48D0}"/>
          </ac:spMkLst>
        </pc:spChg>
        <pc:spChg chg="add del mod">
          <ac:chgData name="Timéo Tessier" userId="5c57afeb-e989-4f4b-b5ea-08185bd339cb" providerId="ADAL" clId="{55FEE146-2DE4-434E-B750-B859CDAB07AE}" dt="2025-03-26T00:23:22.314" v="1919"/>
          <ac:spMkLst>
            <pc:docMk/>
            <pc:sldMk cId="987423837" sldId="262"/>
            <ac:spMk id="31" creationId="{ABFA08D2-59E0-C42A-26EE-E94EE9D663DF}"/>
          </ac:spMkLst>
        </pc:spChg>
        <pc:spChg chg="add del mod">
          <ac:chgData name="Timéo Tessier" userId="5c57afeb-e989-4f4b-b5ea-08185bd339cb" providerId="ADAL" clId="{55FEE146-2DE4-434E-B750-B859CDAB07AE}" dt="2025-03-26T00:23:22.315" v="1921"/>
          <ac:spMkLst>
            <pc:docMk/>
            <pc:sldMk cId="987423837" sldId="262"/>
            <ac:spMk id="32" creationId="{BCCE9D93-3839-1B6B-C0FC-EC23DA99203A}"/>
          </ac:spMkLst>
        </pc:spChg>
        <pc:spChg chg="add del mod">
          <ac:chgData name="Timéo Tessier" userId="5c57afeb-e989-4f4b-b5ea-08185bd339cb" providerId="ADAL" clId="{55FEE146-2DE4-434E-B750-B859CDAB07AE}" dt="2025-03-26T00:23:22.316" v="1923"/>
          <ac:spMkLst>
            <pc:docMk/>
            <pc:sldMk cId="987423837" sldId="262"/>
            <ac:spMk id="33" creationId="{9AD8A1DA-893D-B154-9563-9BB8CC11B224}"/>
          </ac:spMkLst>
        </pc:spChg>
        <pc:spChg chg="add mod">
          <ac:chgData name="Timéo Tessier" userId="5c57afeb-e989-4f4b-b5ea-08185bd339cb" providerId="ADAL" clId="{55FEE146-2DE4-434E-B750-B859CDAB07AE}" dt="2025-03-26T00:30:33.754" v="2085" actId="20577"/>
          <ac:spMkLst>
            <pc:docMk/>
            <pc:sldMk cId="987423837" sldId="262"/>
            <ac:spMk id="34" creationId="{50A3B744-2CC5-2C5F-CC8D-ED5C065D4BB0}"/>
          </ac:spMkLst>
        </pc:spChg>
        <pc:spChg chg="add mod">
          <ac:chgData name="Timéo Tessier" userId="5c57afeb-e989-4f4b-b5ea-08185bd339cb" providerId="ADAL" clId="{55FEE146-2DE4-434E-B750-B859CDAB07AE}" dt="2025-03-26T00:34:41.537" v="2294" actId="255"/>
          <ac:spMkLst>
            <pc:docMk/>
            <pc:sldMk cId="987423837" sldId="262"/>
            <ac:spMk id="35" creationId="{5DE9F230-E375-4F0F-AE0E-3945272556B6}"/>
          </ac:spMkLst>
        </pc:spChg>
        <pc:spChg chg="add del mod">
          <ac:chgData name="Timéo Tessier" userId="5c57afeb-e989-4f4b-b5ea-08185bd339cb" providerId="ADAL" clId="{55FEE146-2DE4-434E-B750-B859CDAB07AE}" dt="2025-03-26T00:28:49.109" v="2026"/>
          <ac:spMkLst>
            <pc:docMk/>
            <pc:sldMk cId="987423837" sldId="262"/>
            <ac:spMk id="36" creationId="{ABAE2BA5-DBD5-3595-6F85-DA33DD785199}"/>
          </ac:spMkLst>
        </pc:spChg>
        <pc:spChg chg="add del mod">
          <ac:chgData name="Timéo Tessier" userId="5c57afeb-e989-4f4b-b5ea-08185bd339cb" providerId="ADAL" clId="{55FEE146-2DE4-434E-B750-B859CDAB07AE}" dt="2025-03-26T00:28:49.110" v="2028"/>
          <ac:spMkLst>
            <pc:docMk/>
            <pc:sldMk cId="987423837" sldId="262"/>
            <ac:spMk id="37" creationId="{6FCFE3DE-B95F-822F-0799-ABDBB97146DE}"/>
          </ac:spMkLst>
        </pc:spChg>
        <pc:spChg chg="add del mod">
          <ac:chgData name="Timéo Tessier" userId="5c57afeb-e989-4f4b-b5ea-08185bd339cb" providerId="ADAL" clId="{55FEE146-2DE4-434E-B750-B859CDAB07AE}" dt="2025-03-26T00:30:38.166" v="2087"/>
          <ac:spMkLst>
            <pc:docMk/>
            <pc:sldMk cId="987423837" sldId="262"/>
            <ac:spMk id="38" creationId="{F9991A86-B143-EE07-2FEB-1595E25E8A38}"/>
          </ac:spMkLst>
        </pc:spChg>
        <pc:spChg chg="add del mod">
          <ac:chgData name="Timéo Tessier" userId="5c57afeb-e989-4f4b-b5ea-08185bd339cb" providerId="ADAL" clId="{55FEE146-2DE4-434E-B750-B859CDAB07AE}" dt="2025-03-26T00:30:38.167" v="2089"/>
          <ac:spMkLst>
            <pc:docMk/>
            <pc:sldMk cId="987423837" sldId="262"/>
            <ac:spMk id="39" creationId="{9CE451F9-7A08-DD20-9308-F52916EBB70D}"/>
          </ac:spMkLst>
        </pc:spChg>
        <pc:spChg chg="add del mod">
          <ac:chgData name="Timéo Tessier" userId="5c57afeb-e989-4f4b-b5ea-08185bd339cb" providerId="ADAL" clId="{55FEE146-2DE4-434E-B750-B859CDAB07AE}" dt="2025-03-26T00:31:54.484" v="2153"/>
          <ac:spMkLst>
            <pc:docMk/>
            <pc:sldMk cId="987423837" sldId="262"/>
            <ac:spMk id="40" creationId="{EF54D370-02A1-FE79-87B6-44BD9CF742CA}"/>
          </ac:spMkLst>
        </pc:spChg>
        <pc:spChg chg="add del mod">
          <ac:chgData name="Timéo Tessier" userId="5c57afeb-e989-4f4b-b5ea-08185bd339cb" providerId="ADAL" clId="{55FEE146-2DE4-434E-B750-B859CDAB07AE}" dt="2025-03-26T00:34:27.982" v="2282"/>
          <ac:spMkLst>
            <pc:docMk/>
            <pc:sldMk cId="987423837" sldId="262"/>
            <ac:spMk id="41" creationId="{6654C64E-4537-3715-110E-B574B9C0C6EF}"/>
          </ac:spMkLst>
        </pc:spChg>
        <pc:spChg chg="add del mod">
          <ac:chgData name="Timéo Tessier" userId="5c57afeb-e989-4f4b-b5ea-08185bd339cb" providerId="ADAL" clId="{55FEE146-2DE4-434E-B750-B859CDAB07AE}" dt="2025-03-26T00:34:27.983" v="2284"/>
          <ac:spMkLst>
            <pc:docMk/>
            <pc:sldMk cId="987423837" sldId="262"/>
            <ac:spMk id="42" creationId="{1262B16B-F298-2219-47CB-84966F8B02A4}"/>
          </ac:spMkLst>
        </pc:spChg>
        <pc:spChg chg="add del mod">
          <ac:chgData name="Timéo Tessier" userId="5c57afeb-e989-4f4b-b5ea-08185bd339cb" providerId="ADAL" clId="{55FEE146-2DE4-434E-B750-B859CDAB07AE}" dt="2025-03-26T00:34:27.984" v="2286"/>
          <ac:spMkLst>
            <pc:docMk/>
            <pc:sldMk cId="987423837" sldId="262"/>
            <ac:spMk id="43" creationId="{190062BA-C6DB-4ED9-D655-F1045C33E01C}"/>
          </ac:spMkLst>
        </pc:spChg>
        <pc:spChg chg="add del mod">
          <ac:chgData name="Timéo Tessier" userId="5c57afeb-e989-4f4b-b5ea-08185bd339cb" providerId="ADAL" clId="{55FEE146-2DE4-434E-B750-B859CDAB07AE}" dt="2025-03-26T00:34:42.963" v="2296"/>
          <ac:spMkLst>
            <pc:docMk/>
            <pc:sldMk cId="987423837" sldId="262"/>
            <ac:spMk id="45" creationId="{C36E5A60-2EC8-DAF2-DF5D-3317C2644275}"/>
          </ac:spMkLst>
        </pc:spChg>
        <pc:cxnChg chg="add del mod">
          <ac:chgData name="Timéo Tessier" userId="5c57afeb-e989-4f4b-b5ea-08185bd339cb" providerId="ADAL" clId="{55FEE146-2DE4-434E-B750-B859CDAB07AE}" dt="2025-03-25T23:44:55.144" v="1418" actId="478"/>
          <ac:cxnSpMkLst>
            <pc:docMk/>
            <pc:sldMk cId="987423837" sldId="262"/>
            <ac:cxnSpMk id="4" creationId="{B7B04B9A-8911-2C77-A606-617432FB2EF2}"/>
          </ac:cxnSpMkLst>
        </pc:cxnChg>
        <pc:cxnChg chg="add mod">
          <ac:chgData name="Timéo Tessier" userId="5c57afeb-e989-4f4b-b5ea-08185bd339cb" providerId="ADAL" clId="{55FEE146-2DE4-434E-B750-B859CDAB07AE}" dt="2025-03-25T23:50:42.986" v="1475" actId="1076"/>
          <ac:cxnSpMkLst>
            <pc:docMk/>
            <pc:sldMk cId="987423837" sldId="262"/>
            <ac:cxnSpMk id="8" creationId="{1F1321F5-08E6-D897-C7DE-2D687D25E2B4}"/>
          </ac:cxnSpMkLst>
        </pc:cxnChg>
        <pc:cxnChg chg="add mod">
          <ac:chgData name="Timéo Tessier" userId="5c57afeb-e989-4f4b-b5ea-08185bd339cb" providerId="ADAL" clId="{55FEE146-2DE4-434E-B750-B859CDAB07AE}" dt="2025-03-25T23:50:53.016" v="1477" actId="1076"/>
          <ac:cxnSpMkLst>
            <pc:docMk/>
            <pc:sldMk cId="987423837" sldId="262"/>
            <ac:cxnSpMk id="9" creationId="{FED873E4-2257-D2C1-EF06-3B229DA5C16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B4098-BF1B-7564-DB15-F48CAB54B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B3CFD6-619B-7CE5-A05D-33D5D9DE9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39BD32-531D-AB2D-A78C-3458E886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0F5438-8FDB-78A6-F27B-54B2456D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D5D958-0D8A-3CB2-4EF0-D572BBE1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17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E6AA7F-5202-A0F9-3F3E-15EEF431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3FD0D-951E-1941-738C-CE2004083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382AD1-A245-B40F-CAB3-04D55967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D4A0E7-D993-95BD-4060-99732FA0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30C1A1-C529-DC94-689F-73A3704E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07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49320E-B084-B373-F186-B88A2ABB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1EFA18-A28B-8FB0-B02B-D78320F94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90A1C-4D02-8CFA-49D4-0C8096E6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782997-0266-EC31-CA2E-C301069B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6B93B-2017-DDA9-27ED-0947B724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FA7A1C-41FE-0734-C7A7-608929F4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CBE8BD-CCAB-6DAF-B522-D2C463AA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1D6262-6EF5-EE42-87AD-C1D8876FA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DE61AA-DF0C-DB54-64B4-A14ED001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F5F663-5584-C598-2F39-BD017D27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DD255E-1388-4C1A-0E29-04359A27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75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2FDF8-D436-AF0F-68CD-20615842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7A1664-C9ED-69F8-CD21-7E32DE29E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D9EE24E-5B20-8376-3A42-601962D7E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A4B58E3-1485-15C3-7908-013E91419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F9DED4B-2A41-1C4E-DD37-B1C80510A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C5B433-BBD0-2E09-B0E4-2FB9025B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EA4D04A-31B2-E234-C87A-0B0B6CF0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8F5039-020D-E6A7-219B-19DAA1BB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25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E0D9E-30EB-5500-0F42-C3EF3352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CB78CF-C6E2-4D3C-860F-EA631689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9BCAF4-F128-AE44-F179-A0C6BFB0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BAC1C-1D6B-6CAB-BE74-EEF8ECF5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20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E55D57F-E32F-B02D-7648-533E281E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B41B61-2DE3-07DC-E39A-2B83C9C0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632443-7B1C-019F-E0E0-26486061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79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64F83-0A0F-E5A8-79FA-D67D6FB3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A0F1DD-8C05-A97C-519E-CB84A4645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4C329D-B27C-6863-C5F4-E95F0EB1A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E1EF80-42CA-43E7-DA8A-D3977950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E25779-A3F6-45C6-DFEB-71E77BC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719B40-D37C-4A2A-C26E-30B955BE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358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F0A7B-8D8F-29B4-73B9-D55CF6C6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AEC3F57-4CE0-9679-365B-9073B2D2F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A51838-36DE-82B0-08B6-187FC3C68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270D00-645D-1009-3F92-305F080C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F08BD7-035D-9B3C-E0E8-236C382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37E0B4A-0F74-9B21-2446-8A32AA75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7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27A57-A395-EDA9-E179-FF9FF7B1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EF650A-FDFF-6FB4-EF2F-3AA8C32AE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0A27CB-A904-FC13-D835-17AB2A0A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F3E94F-1B16-5EEE-9236-032B97D8B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7041DC-2FFB-60CB-1B82-AF670935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65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841CCF-07F2-C890-240B-D6CE3B8F14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3726E6-DAA7-195D-9C11-7825826C4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786B8-5F2D-B973-A51B-25CF7B41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ECCF15-4FBA-97D4-DD5D-91C9D0CC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42D35B-7002-30A4-FF0A-A4A5BE81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74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DF880EA-43A8-9406-81DA-823321AB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97D1C7-70FB-939D-939F-D33BC6641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116B05-9A61-C558-A35B-2AFF4B255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88C20-2B02-4C00-92A8-CF7079C7D708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DD2AC9-A97B-37D4-B29B-DF9C62597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BAD8F5-D84A-4F2C-A755-E0E0C896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50AD0B-1E08-437D-8531-056583435C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080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ata.insideairbnb.com/france/ile-de-france/paris/2024-09-06/visualisations/listings.csv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8AF9A49E-699F-5E7D-F140-A872E5E55A21}"/>
              </a:ext>
            </a:extLst>
          </p:cNvPr>
          <p:cNvSpPr txBox="1"/>
          <p:nvPr/>
        </p:nvSpPr>
        <p:spPr>
          <a:xfrm>
            <a:off x="528637" y="108490"/>
            <a:ext cx="11134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Programmation web : </a:t>
            </a:r>
            <a:r>
              <a:rPr lang="fr-FR" sz="4400" b="1" dirty="0" err="1">
                <a:solidFill>
                  <a:schemeClr val="bg1"/>
                </a:solidFill>
              </a:rPr>
              <a:t>AirBnB</a:t>
            </a:r>
            <a:r>
              <a:rPr lang="fr-FR" sz="4400" b="1" dirty="0">
                <a:solidFill>
                  <a:schemeClr val="bg1"/>
                </a:solidFill>
              </a:rPr>
              <a:t> à Paris – D3.js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5608D5-9E07-5AF2-6885-812DC54F5693}"/>
              </a:ext>
            </a:extLst>
          </p:cNvPr>
          <p:cNvSpPr txBox="1"/>
          <p:nvPr/>
        </p:nvSpPr>
        <p:spPr>
          <a:xfrm>
            <a:off x="2199084" y="6154648"/>
            <a:ext cx="7793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err="1">
                <a:solidFill>
                  <a:schemeClr val="bg1"/>
                </a:solidFill>
              </a:rPr>
              <a:t>Dawei</a:t>
            </a:r>
            <a:r>
              <a:rPr lang="fr-FR" sz="1600" dirty="0">
                <a:solidFill>
                  <a:schemeClr val="bg1"/>
                </a:solidFill>
              </a:rPr>
              <a:t> Zhou - Tessier Timéo – </a:t>
            </a:r>
            <a:r>
              <a:rPr lang="fr-FR" sz="1600" dirty="0" err="1">
                <a:solidFill>
                  <a:schemeClr val="bg1"/>
                </a:solidFill>
              </a:rPr>
              <a:t>Andreoli</a:t>
            </a:r>
            <a:r>
              <a:rPr lang="fr-FR" sz="1600" dirty="0">
                <a:solidFill>
                  <a:schemeClr val="bg1"/>
                </a:solidFill>
              </a:rPr>
              <a:t> Andrea – </a:t>
            </a:r>
            <a:r>
              <a:rPr lang="fr-FR" sz="1600" dirty="0" err="1">
                <a:solidFill>
                  <a:schemeClr val="bg1"/>
                </a:solidFill>
              </a:rPr>
              <a:t>Rigot</a:t>
            </a:r>
            <a:r>
              <a:rPr lang="fr-FR" sz="1600" dirty="0">
                <a:solidFill>
                  <a:schemeClr val="bg1"/>
                </a:solidFill>
              </a:rPr>
              <a:t> Gaspar</a:t>
            </a:r>
          </a:p>
        </p:txBody>
      </p:sp>
      <p:pic>
        <p:nvPicPr>
          <p:cNvPr id="12" name="Image 11" descr="Une image contenant texte, affiche, Police, graphisme&#10;&#10;Le contenu généré par l’IA peut être incorrect.">
            <a:extLst>
              <a:ext uri="{FF2B5EF4-FFF2-40B4-BE49-F238E27FC236}">
                <a16:creationId xmlns:a16="http://schemas.microsoft.com/office/drawing/2014/main" id="{98E3CCA3-4E7B-84E1-2201-A0F79141C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6027589"/>
            <a:ext cx="1102792" cy="676196"/>
          </a:xfrm>
          <a:prstGeom prst="rect">
            <a:avLst/>
          </a:prstGeom>
        </p:spPr>
      </p:pic>
      <p:pic>
        <p:nvPicPr>
          <p:cNvPr id="14" name="Image 13" descr="Une image contenant Police, Graphique, texte, graphisme&#10;&#10;Le contenu généré par l’IA peut être incorrect.">
            <a:extLst>
              <a:ext uri="{FF2B5EF4-FFF2-40B4-BE49-F238E27FC236}">
                <a16:creationId xmlns:a16="http://schemas.microsoft.com/office/drawing/2014/main" id="{739927F1-AA44-1465-C47F-5BA7198EE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3" y="6154649"/>
            <a:ext cx="1384287" cy="529922"/>
          </a:xfrm>
          <a:prstGeom prst="rect">
            <a:avLst/>
          </a:prstGeom>
        </p:spPr>
      </p:pic>
      <p:pic>
        <p:nvPicPr>
          <p:cNvPr id="17" name="Image 16" descr="Une image contenant nuage, bâtiment, ciel, gratte-ciel&#10;&#10;Le contenu généré par l’IA peut être incorrect.">
            <a:extLst>
              <a:ext uri="{FF2B5EF4-FFF2-40B4-BE49-F238E27FC236}">
                <a16:creationId xmlns:a16="http://schemas.microsoft.com/office/drawing/2014/main" id="{0ED05F1F-050D-9421-2407-ED9F9AD07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298" y="1025312"/>
            <a:ext cx="9053404" cy="509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5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6EFA3-7C88-FC79-364E-8DAE36A8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115A71A-C80C-32C1-B3AC-77C92055CC70}"/>
              </a:ext>
            </a:extLst>
          </p:cNvPr>
          <p:cNvSpPr txBox="1"/>
          <p:nvPr/>
        </p:nvSpPr>
        <p:spPr>
          <a:xfrm>
            <a:off x="1376362" y="78015"/>
            <a:ext cx="9439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Présentation de D3.js</a:t>
            </a:r>
          </a:p>
        </p:txBody>
      </p:sp>
      <p:pic>
        <p:nvPicPr>
          <p:cNvPr id="4" name="Image 3" descr="Une image contenant Graphique, cerc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9FF6E61A-AC98-F6D2-D40D-1C308D0D7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986" y="1766580"/>
            <a:ext cx="892601" cy="84797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BED633C-3E49-CF93-32AE-8099402BA72F}"/>
              </a:ext>
            </a:extLst>
          </p:cNvPr>
          <p:cNvSpPr txBox="1"/>
          <p:nvPr/>
        </p:nvSpPr>
        <p:spPr>
          <a:xfrm>
            <a:off x="147636" y="1267237"/>
            <a:ext cx="863917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000" b="1" dirty="0">
                <a:solidFill>
                  <a:schemeClr val="bg1"/>
                </a:solidFill>
              </a:rPr>
              <a:t>📌 </a:t>
            </a:r>
            <a:r>
              <a:rPr lang="fr-FR" sz="2000" b="1" dirty="0">
                <a:solidFill>
                  <a:srgbClr val="FF0000"/>
                </a:solidFill>
              </a:rPr>
              <a:t>Qu'est-ce que D3.js ?</a:t>
            </a:r>
          </a:p>
          <a:p>
            <a:pPr>
              <a:buNone/>
            </a:pPr>
            <a:endParaRPr lang="fr-FR" sz="20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chemeClr val="bg1"/>
                </a:solidFill>
              </a:rPr>
              <a:t>D3.js (Data-Driven Documents)</a:t>
            </a:r>
            <a:r>
              <a:rPr lang="fr-FR" sz="1400" dirty="0">
                <a:solidFill>
                  <a:schemeClr val="bg1"/>
                </a:solidFill>
              </a:rPr>
              <a:t> est une bibliothèque JavaScript pour la </a:t>
            </a:r>
            <a:r>
              <a:rPr lang="fr-FR" sz="1400" b="1" dirty="0">
                <a:solidFill>
                  <a:schemeClr val="bg1"/>
                </a:solidFill>
              </a:rPr>
              <a:t>visualisation de données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FR" sz="1400" dirty="0">
                <a:solidFill>
                  <a:schemeClr val="bg1"/>
                </a:solidFill>
              </a:rPr>
              <a:t>Permet de manipuler des documents basés sur des </a:t>
            </a:r>
            <a:r>
              <a:rPr lang="fr-FR" sz="1400" b="1" dirty="0">
                <a:solidFill>
                  <a:schemeClr val="bg1"/>
                </a:solidFill>
              </a:rPr>
              <a:t>données</a:t>
            </a:r>
            <a:r>
              <a:rPr lang="fr-FR" sz="1400" dirty="0">
                <a:solidFill>
                  <a:schemeClr val="bg1"/>
                </a:solidFill>
              </a:rPr>
              <a:t> en utilisant </a:t>
            </a:r>
            <a:r>
              <a:rPr lang="fr-FR" sz="1400" b="1" dirty="0">
                <a:solidFill>
                  <a:schemeClr val="bg1"/>
                </a:solidFill>
              </a:rPr>
              <a:t>SVG, HTML et CSS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  <a:p>
            <a:endParaRPr lang="fr-FR" sz="14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7E5CF3-6D2E-CCC4-F7B8-001898F55730}"/>
              </a:ext>
            </a:extLst>
          </p:cNvPr>
          <p:cNvSpPr txBox="1"/>
          <p:nvPr/>
        </p:nvSpPr>
        <p:spPr>
          <a:xfrm>
            <a:off x="347661" y="4059207"/>
            <a:ext cx="50244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000" b="1" dirty="0">
                <a:solidFill>
                  <a:srgbClr val="FF0000"/>
                </a:solidFill>
              </a:rPr>
              <a:t>Applications de D3.js</a:t>
            </a:r>
          </a:p>
          <a:p>
            <a:pPr>
              <a:buNone/>
            </a:pPr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1400" dirty="0">
                <a:solidFill>
                  <a:schemeClr val="bg1"/>
                </a:solidFill>
              </a:rPr>
              <a:t>📊 </a:t>
            </a:r>
            <a:r>
              <a:rPr lang="fr-FR" sz="1400" b="1" dirty="0">
                <a:solidFill>
                  <a:schemeClr val="bg1"/>
                </a:solidFill>
              </a:rPr>
              <a:t>Graphiques interactifs</a:t>
            </a:r>
            <a:r>
              <a:rPr lang="fr-FR" sz="1400" dirty="0">
                <a:solidFill>
                  <a:schemeClr val="bg1"/>
                </a:solidFill>
              </a:rPr>
              <a:t> : barres, lignes, camemberts...</a:t>
            </a:r>
          </a:p>
          <a:p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🗺️ </a:t>
            </a:r>
            <a:r>
              <a:rPr lang="fr-FR" sz="1400" b="1" dirty="0">
                <a:solidFill>
                  <a:schemeClr val="bg1"/>
                </a:solidFill>
              </a:rPr>
              <a:t>Cartographie</a:t>
            </a:r>
            <a:r>
              <a:rPr lang="fr-FR" sz="1400" dirty="0">
                <a:solidFill>
                  <a:schemeClr val="bg1"/>
                </a:solidFill>
              </a:rPr>
              <a:t> : affichage de données géospatiales.</a:t>
            </a:r>
          </a:p>
          <a:p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📈 </a:t>
            </a:r>
            <a:r>
              <a:rPr lang="fr-FR" sz="1400" b="1" dirty="0">
                <a:solidFill>
                  <a:schemeClr val="bg1"/>
                </a:solidFill>
              </a:rPr>
              <a:t>Visualisation avancée</a:t>
            </a:r>
            <a:r>
              <a:rPr lang="fr-FR" sz="1400" dirty="0">
                <a:solidFill>
                  <a:schemeClr val="bg1"/>
                </a:solidFill>
              </a:rPr>
              <a:t> : réseaux, arbres, </a:t>
            </a:r>
            <a:r>
              <a:rPr lang="fr-FR" sz="1400" dirty="0" err="1">
                <a:solidFill>
                  <a:schemeClr val="bg1"/>
                </a:solidFill>
              </a:rPr>
              <a:t>heatmaps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DDD53E6-8894-594F-2B3A-D42A4FB1D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72" y="3744105"/>
            <a:ext cx="5101440" cy="269230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885902D-5FD7-06CE-C431-31B3B4DBA619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056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989AB-7325-8F3F-D9A4-9CB48FFB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1955654-4E71-011E-1792-626675017890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F01FF7-188F-55CF-7859-AC283A00F576}"/>
              </a:ext>
            </a:extLst>
          </p:cNvPr>
          <p:cNvSpPr txBox="1"/>
          <p:nvPr/>
        </p:nvSpPr>
        <p:spPr>
          <a:xfrm>
            <a:off x="155067" y="1219200"/>
            <a:ext cx="5610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rgbClr val="FF0000"/>
                </a:solidFill>
              </a:rPr>
              <a:t>📌 </a:t>
            </a:r>
            <a:r>
              <a:rPr lang="fr-FR" b="1" dirty="0">
                <a:solidFill>
                  <a:srgbClr val="FFFF00"/>
                </a:solidFill>
              </a:rPr>
              <a:t>Sources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📄 </a:t>
            </a:r>
            <a:r>
              <a:rPr lang="fr-FR" sz="1400" b="1" dirty="0">
                <a:solidFill>
                  <a:schemeClr val="bg1"/>
                </a:solidFill>
              </a:rPr>
              <a:t>Logements</a:t>
            </a:r>
            <a:r>
              <a:rPr lang="fr-FR" sz="1400" dirty="0">
                <a:solidFill>
                  <a:schemeClr val="bg1"/>
                </a:solidFill>
              </a:rPr>
              <a:t> : </a:t>
            </a:r>
            <a:r>
              <a:rPr lang="fr-FR" sz="1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listings.csv</a:t>
            </a:r>
            <a:endParaRPr lang="fr-FR" sz="1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🗺️ </a:t>
            </a:r>
            <a:r>
              <a:rPr lang="fr-FR" sz="1400" b="1" dirty="0">
                <a:solidFill>
                  <a:schemeClr val="bg1"/>
                </a:solidFill>
              </a:rPr>
              <a:t>Contours des arrondissements</a:t>
            </a:r>
            <a:r>
              <a:rPr lang="fr-FR" sz="1400" dirty="0">
                <a:solidFill>
                  <a:schemeClr val="bg1"/>
                </a:solidFill>
              </a:rPr>
              <a:t> : </a:t>
            </a:r>
            <a:r>
              <a:rPr lang="fr-FR" sz="1400" dirty="0" err="1">
                <a:solidFill>
                  <a:schemeClr val="bg1"/>
                </a:solidFill>
              </a:rPr>
              <a:t>neighbourhoods.geojson</a:t>
            </a:r>
            <a:endParaRPr lang="fr-FR" sz="1400" dirty="0">
              <a:solidFill>
                <a:schemeClr val="bg1"/>
              </a:solidFill>
            </a:endParaRPr>
          </a:p>
          <a:p>
            <a:endParaRPr lang="fr-FR" sz="1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B0A3B9-3CFB-DD4B-9E3F-6ABA07208B9B}"/>
              </a:ext>
            </a:extLst>
          </p:cNvPr>
          <p:cNvSpPr txBox="1"/>
          <p:nvPr/>
        </p:nvSpPr>
        <p:spPr>
          <a:xfrm>
            <a:off x="155067" y="2542581"/>
            <a:ext cx="500062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🎯 </a:t>
            </a:r>
            <a:r>
              <a:rPr lang="fr-FR" b="1" dirty="0">
                <a:solidFill>
                  <a:srgbClr val="FFFF00"/>
                </a:solidFill>
              </a:rPr>
              <a:t>Objectif</a:t>
            </a:r>
          </a:p>
          <a:p>
            <a:pPr>
              <a:buNone/>
            </a:pPr>
            <a:r>
              <a:rPr lang="fr-FR" sz="1400" dirty="0">
                <a:solidFill>
                  <a:schemeClr val="bg1"/>
                </a:solidFill>
              </a:rPr>
              <a:t>Développer une </a:t>
            </a:r>
            <a:r>
              <a:rPr lang="fr-FR" sz="1400" b="1" dirty="0">
                <a:solidFill>
                  <a:schemeClr val="bg1"/>
                </a:solidFill>
              </a:rPr>
              <a:t>application web interactive</a:t>
            </a:r>
          </a:p>
          <a:p>
            <a:pPr>
              <a:buNone/>
            </a:pPr>
            <a:endParaRPr lang="fr-FR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400" dirty="0">
                <a:solidFill>
                  <a:schemeClr val="bg1"/>
                </a:solidFill>
              </a:rPr>
              <a:t>🔹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Page 1 : Tableaux &amp; Graphiques</a:t>
            </a:r>
            <a:endParaRPr lang="fr-FR" sz="1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Analyse par </a:t>
            </a:r>
            <a:r>
              <a:rPr lang="fr-FR" sz="1400" b="1" dirty="0">
                <a:solidFill>
                  <a:schemeClr val="bg1"/>
                </a:solidFill>
              </a:rPr>
              <a:t>type de logement</a:t>
            </a:r>
            <a:r>
              <a:rPr lang="fr-FR" sz="1400" dirty="0">
                <a:solidFill>
                  <a:schemeClr val="bg1"/>
                </a:solidFill>
              </a:rPr>
              <a:t>, </a:t>
            </a:r>
            <a:r>
              <a:rPr lang="fr-FR" sz="1400" b="1" dirty="0">
                <a:solidFill>
                  <a:schemeClr val="bg1"/>
                </a:solidFill>
              </a:rPr>
              <a:t>prix</a:t>
            </a:r>
            <a:r>
              <a:rPr lang="fr-FR" sz="1400" dirty="0">
                <a:solidFill>
                  <a:schemeClr val="bg1"/>
                </a:solidFill>
              </a:rPr>
              <a:t> et autres critères.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Ajout de filtres interactifs.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Carte globale</a:t>
            </a:r>
            <a:r>
              <a:rPr lang="fr-FR" sz="1400" dirty="0">
                <a:solidFill>
                  <a:schemeClr val="bg1"/>
                </a:solidFill>
              </a:rPr>
              <a:t> avec tous les logements.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400" dirty="0">
                <a:solidFill>
                  <a:schemeClr val="bg1"/>
                </a:solidFill>
              </a:rPr>
              <a:t>🔹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Page 2 : Carte Choroplèthe</a:t>
            </a:r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✔️ Nombre de logements</a:t>
            </a:r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✔️ Prix moyen</a:t>
            </a:r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✔️ Part des logements entiers</a:t>
            </a:r>
          </a:p>
          <a:p>
            <a:endParaRPr lang="fr-FR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fr-FR" sz="1400" dirty="0">
                <a:solidFill>
                  <a:schemeClr val="bg1"/>
                </a:solidFill>
              </a:rPr>
              <a:t>🔹 </a:t>
            </a:r>
            <a:r>
              <a:rPr lang="fr-FR" sz="1400" b="1" dirty="0">
                <a:solidFill>
                  <a:schemeClr val="accent2">
                    <a:lumMod val="75000"/>
                  </a:schemeClr>
                </a:solidFill>
              </a:rPr>
              <a:t>Page 3 : Répartition par arrondissement</a:t>
            </a:r>
            <a:endParaRPr lang="fr-FR" sz="1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/>
                </a:solidFill>
              </a:rPr>
              <a:t>Graphiques de type </a:t>
            </a:r>
            <a:r>
              <a:rPr lang="fr-FR" sz="1400" b="1" dirty="0" err="1">
                <a:solidFill>
                  <a:schemeClr val="bg1"/>
                </a:solidFill>
              </a:rPr>
              <a:t>small</a:t>
            </a:r>
            <a:r>
              <a:rPr lang="fr-FR" sz="1400" b="1" dirty="0">
                <a:solidFill>
                  <a:schemeClr val="bg1"/>
                </a:solidFill>
              </a:rPr>
              <a:t> multiples</a:t>
            </a:r>
            <a:r>
              <a:rPr lang="fr-FR" sz="1400" dirty="0">
                <a:solidFill>
                  <a:schemeClr val="bg1"/>
                </a:solidFill>
              </a:rPr>
              <a:t> pour comparer les parts des types de logement.</a:t>
            </a:r>
          </a:p>
          <a:p>
            <a:endParaRPr lang="fr-FR" sz="1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5668551-33F8-33C2-5C4B-61AD34066F25}"/>
              </a:ext>
            </a:extLst>
          </p:cNvPr>
          <p:cNvSpPr txBox="1"/>
          <p:nvPr/>
        </p:nvSpPr>
        <p:spPr>
          <a:xfrm>
            <a:off x="1376362" y="0"/>
            <a:ext cx="9439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Objectif | Architecture du projet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F9B90785-0B3F-F871-2E8E-8B1785CCF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987" y="1784181"/>
            <a:ext cx="3821734" cy="4403302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3C837CD-5B0D-3907-5646-566D97607347}"/>
              </a:ext>
            </a:extLst>
          </p:cNvPr>
          <p:cNvSpPr txBox="1"/>
          <p:nvPr/>
        </p:nvSpPr>
        <p:spPr>
          <a:xfrm>
            <a:off x="8077322" y="1219200"/>
            <a:ext cx="2991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FFFF00"/>
                </a:solidFill>
              </a:rPr>
              <a:t>Architecture du projet</a:t>
            </a:r>
          </a:p>
        </p:txBody>
      </p:sp>
    </p:spTree>
    <p:extLst>
      <p:ext uri="{BB962C8B-B14F-4D97-AF65-F5344CB8AC3E}">
        <p14:creationId xmlns:p14="http://schemas.microsoft.com/office/powerpoint/2010/main" val="376460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6443B-602E-B75C-D525-7B3531A0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AFCBDE5-47D4-14FF-C05B-27F5B553BA62}"/>
              </a:ext>
            </a:extLst>
          </p:cNvPr>
          <p:cNvSpPr txBox="1"/>
          <p:nvPr/>
        </p:nvSpPr>
        <p:spPr>
          <a:xfrm>
            <a:off x="1376362" y="78015"/>
            <a:ext cx="9439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Focus par page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AC095B-F009-C8CD-84BA-0B05642051DE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bg1"/>
                </a:solidFill>
              </a:rPr>
              <a:t>3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F3700F-4C3E-140C-6A20-09707E2BF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72" y="952048"/>
            <a:ext cx="3986000" cy="18955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43928A7-F4FD-B349-E7BF-484F89660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593" y="2844376"/>
            <a:ext cx="4419871" cy="21018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1F0F6B-CD83-58B2-582C-22F4494D0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32" y="4946248"/>
            <a:ext cx="4570432" cy="1727086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433DCA2A-BCDF-3430-6481-3FFA05A8C9D8}"/>
              </a:ext>
            </a:extLst>
          </p:cNvPr>
          <p:cNvSpPr/>
          <p:nvPr/>
        </p:nvSpPr>
        <p:spPr>
          <a:xfrm rot="10800000">
            <a:off x="6263640" y="3630844"/>
            <a:ext cx="1136904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97363333-4CB6-5003-5D6D-AFF46127FFF7}"/>
              </a:ext>
            </a:extLst>
          </p:cNvPr>
          <p:cNvSpPr/>
          <p:nvPr/>
        </p:nvSpPr>
        <p:spPr>
          <a:xfrm>
            <a:off x="4413504" y="1635353"/>
            <a:ext cx="1072896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B81ADCA2-E492-C3CF-49FC-8F234F8EC7A0}"/>
              </a:ext>
            </a:extLst>
          </p:cNvPr>
          <p:cNvSpPr/>
          <p:nvPr/>
        </p:nvSpPr>
        <p:spPr>
          <a:xfrm>
            <a:off x="4831080" y="5723428"/>
            <a:ext cx="1094232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FC00CF3-9A01-D5F9-5793-3E0349E408F9}"/>
              </a:ext>
            </a:extLst>
          </p:cNvPr>
          <p:cNvSpPr txBox="1"/>
          <p:nvPr/>
        </p:nvSpPr>
        <p:spPr>
          <a:xfrm>
            <a:off x="4413504" y="1450687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Page 1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0E44A42-FA30-FAF1-135E-FE0568ABB022}"/>
              </a:ext>
            </a:extLst>
          </p:cNvPr>
          <p:cNvSpPr txBox="1"/>
          <p:nvPr/>
        </p:nvSpPr>
        <p:spPr>
          <a:xfrm>
            <a:off x="6526765" y="3429000"/>
            <a:ext cx="93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Page 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4B96EF-B7FE-2E35-20F8-5BE6CA4BBA97}"/>
              </a:ext>
            </a:extLst>
          </p:cNvPr>
          <p:cNvSpPr txBox="1"/>
          <p:nvPr/>
        </p:nvSpPr>
        <p:spPr>
          <a:xfrm>
            <a:off x="4824984" y="5538762"/>
            <a:ext cx="93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</a:rPr>
              <a:t>Page 3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BCC8259-FC76-9A7E-B469-E666B78E4327}"/>
              </a:ext>
            </a:extLst>
          </p:cNvPr>
          <p:cNvSpPr txBox="1"/>
          <p:nvPr/>
        </p:nvSpPr>
        <p:spPr>
          <a:xfrm>
            <a:off x="10073331" y="1353473"/>
            <a:ext cx="168311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Scripts utilisés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page1.hmtl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page1.js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styles_p1.css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89A1913-9B90-3A84-E095-CB9A65702547}"/>
              </a:ext>
            </a:extLst>
          </p:cNvPr>
          <p:cNvSpPr txBox="1"/>
          <p:nvPr/>
        </p:nvSpPr>
        <p:spPr>
          <a:xfrm>
            <a:off x="400599" y="3360889"/>
            <a:ext cx="18816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Scripts utilisés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page2.hmtl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page2.js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styles_p2.css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5F89499-E41F-4A1E-9EEE-54598AFD1E5B}"/>
              </a:ext>
            </a:extLst>
          </p:cNvPr>
          <p:cNvSpPr txBox="1"/>
          <p:nvPr/>
        </p:nvSpPr>
        <p:spPr>
          <a:xfrm>
            <a:off x="10146483" y="5603175"/>
            <a:ext cx="16740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Scripts utilisés</a:t>
            </a:r>
          </a:p>
          <a:p>
            <a:r>
              <a:rPr lang="fr-FR" sz="1400" dirty="0">
                <a:solidFill>
                  <a:schemeClr val="bg1"/>
                </a:solidFill>
              </a:rPr>
              <a:t>- page3.hmtl/</a:t>
            </a:r>
            <a:r>
              <a:rPr lang="fr-FR" sz="1400" dirty="0" err="1">
                <a:solidFill>
                  <a:schemeClr val="bg1"/>
                </a:solidFill>
              </a:rPr>
              <a:t>js</a:t>
            </a:r>
            <a:endParaRPr lang="fr-FR" sz="1400" dirty="0">
              <a:solidFill>
                <a:schemeClr val="bg1"/>
              </a:solidFill>
            </a:endParaRPr>
          </a:p>
          <a:p>
            <a:r>
              <a:rPr lang="fr-FR" sz="1400" dirty="0">
                <a:solidFill>
                  <a:schemeClr val="bg1"/>
                </a:solidFill>
              </a:rPr>
              <a:t>- styles_p3.css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7742310C-42C7-1878-A75F-9BEF0E5C7212}"/>
              </a:ext>
            </a:extLst>
          </p:cNvPr>
          <p:cNvCxnSpPr/>
          <p:nvPr/>
        </p:nvCxnSpPr>
        <p:spPr>
          <a:xfrm>
            <a:off x="9897302" y="1353473"/>
            <a:ext cx="0" cy="1073057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838DC8AF-17D5-CFD4-F6A7-92CB2E9EFA66}"/>
              </a:ext>
            </a:extLst>
          </p:cNvPr>
          <p:cNvCxnSpPr/>
          <p:nvPr/>
        </p:nvCxnSpPr>
        <p:spPr>
          <a:xfrm>
            <a:off x="2044815" y="3360889"/>
            <a:ext cx="0" cy="10730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3F4899C-540B-D280-02CA-3DD74ACDAF4B}"/>
              </a:ext>
            </a:extLst>
          </p:cNvPr>
          <p:cNvCxnSpPr/>
          <p:nvPr/>
        </p:nvCxnSpPr>
        <p:spPr>
          <a:xfrm>
            <a:off x="10000179" y="5538762"/>
            <a:ext cx="0" cy="1073057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4EEA2FF8-42D5-1A76-9ECC-504F680A8308}"/>
              </a:ext>
            </a:extLst>
          </p:cNvPr>
          <p:cNvSpPr txBox="1"/>
          <p:nvPr/>
        </p:nvSpPr>
        <p:spPr>
          <a:xfrm>
            <a:off x="5611983" y="1422767"/>
            <a:ext cx="398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Carte représentant  les logements parisiens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Histogrammes et graphiques circulaires liés aux données parisiennes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Possibilité de filtrer selon certaines variables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30063E7-BE25-5613-3142-840B84E723AB}"/>
              </a:ext>
            </a:extLst>
          </p:cNvPr>
          <p:cNvSpPr txBox="1"/>
          <p:nvPr/>
        </p:nvSpPr>
        <p:spPr>
          <a:xfrm>
            <a:off x="2231862" y="3524278"/>
            <a:ext cx="38641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Quartier parisiens coloriés plus ou moins fortement en fonction d’une valeur</a:t>
            </a:r>
          </a:p>
          <a:p>
            <a:pPr marL="285750" indent="-285750" algn="just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Filtre selon 3 variables précises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551A518-85A5-AF05-4521-9C931C790068}"/>
              </a:ext>
            </a:extLst>
          </p:cNvPr>
          <p:cNvSpPr txBox="1"/>
          <p:nvPr/>
        </p:nvSpPr>
        <p:spPr>
          <a:xfrm>
            <a:off x="5972764" y="5633952"/>
            <a:ext cx="38641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Graphiques en barre mettant en évidence la répartition des types de logements </a:t>
            </a:r>
          </a:p>
          <a:p>
            <a:pPr marL="285750" indent="-285750" algn="just">
              <a:buFontTx/>
              <a:buChar char="-"/>
            </a:pPr>
            <a:r>
              <a:rPr lang="fr-FR" sz="1400" dirty="0">
                <a:solidFill>
                  <a:schemeClr val="bg2"/>
                </a:solidFill>
              </a:rPr>
              <a:t>1 graphique par quartier parisien</a:t>
            </a:r>
          </a:p>
        </p:txBody>
      </p:sp>
    </p:spTree>
    <p:extLst>
      <p:ext uri="{BB962C8B-B14F-4D97-AF65-F5344CB8AC3E}">
        <p14:creationId xmlns:p14="http://schemas.microsoft.com/office/powerpoint/2010/main" val="172665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145B8-5DDC-5DCC-70FC-BB837623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2EDB3FE-BE29-E8AA-9B5C-77BC769FE894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6E0158-261E-794E-FFF0-A5AF716C354E}"/>
              </a:ext>
            </a:extLst>
          </p:cNvPr>
          <p:cNvSpPr txBox="1"/>
          <p:nvPr/>
        </p:nvSpPr>
        <p:spPr>
          <a:xfrm>
            <a:off x="1376362" y="73152"/>
            <a:ext cx="9439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Démonstration de l’application</a:t>
            </a:r>
          </a:p>
        </p:txBody>
      </p:sp>
      <p:pic>
        <p:nvPicPr>
          <p:cNvPr id="6" name="Image 5" descr="Une image contenant Graphique, symbole, Bleu électr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8B641EC-DE9E-2989-31F3-F1D14A8F8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006" y="2579750"/>
            <a:ext cx="4189985" cy="2356867"/>
          </a:xfrm>
          <a:prstGeom prst="rect">
            <a:avLst/>
          </a:prstGeom>
        </p:spPr>
      </p:pic>
      <p:pic>
        <p:nvPicPr>
          <p:cNvPr id="8" name="Image 7" descr="Une image contenant Graphique, orange, rouge, conception&#10;&#10;Le contenu généré par l’IA peut être incorrect.">
            <a:extLst>
              <a:ext uri="{FF2B5EF4-FFF2-40B4-BE49-F238E27FC236}">
                <a16:creationId xmlns:a16="http://schemas.microsoft.com/office/drawing/2014/main" id="{003F69AB-130E-4E26-5F7E-C3C96D284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658" y="2579750"/>
            <a:ext cx="2356867" cy="2356867"/>
          </a:xfrm>
          <a:prstGeom prst="rect">
            <a:avLst/>
          </a:prstGeom>
        </p:spPr>
      </p:pic>
      <p:pic>
        <p:nvPicPr>
          <p:cNvPr id="12" name="Image 11" descr="Une image contenant jaune, Rectangle, Graphique, symbole&#10;&#10;Le contenu généré par l’IA peut être incorrect.">
            <a:extLst>
              <a:ext uri="{FF2B5EF4-FFF2-40B4-BE49-F238E27FC236}">
                <a16:creationId xmlns:a16="http://schemas.microsoft.com/office/drawing/2014/main" id="{577272C0-DF1F-F0CE-AD2E-1DB74980A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2" y="2579749"/>
            <a:ext cx="2356867" cy="23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2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E0A49-CF66-471C-07EA-D5B2956B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A4DBC0D-A952-4B03-A0D6-AD90A1302DD1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95BCEF2-AF8A-EA99-E4FC-64B337210178}"/>
              </a:ext>
            </a:extLst>
          </p:cNvPr>
          <p:cNvSpPr txBox="1"/>
          <p:nvPr/>
        </p:nvSpPr>
        <p:spPr>
          <a:xfrm>
            <a:off x="1437779" y="-9144"/>
            <a:ext cx="93164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Commentaires sur les scripts D3.js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CE5F8B-49F3-D46F-5918-1E691AF02B60}"/>
              </a:ext>
            </a:extLst>
          </p:cNvPr>
          <p:cNvSpPr txBox="1"/>
          <p:nvPr/>
        </p:nvSpPr>
        <p:spPr>
          <a:xfrm>
            <a:off x="1325431" y="856981"/>
            <a:ext cx="1200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</a:rPr>
              <a:t>Page 1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422E8499-624C-9386-FEE3-407783C303CF}"/>
              </a:ext>
            </a:extLst>
          </p:cNvPr>
          <p:cNvSpPr/>
          <p:nvPr/>
        </p:nvSpPr>
        <p:spPr>
          <a:xfrm rot="5400000">
            <a:off x="1565270" y="1347359"/>
            <a:ext cx="586359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F1321F5-08E6-D897-C7DE-2D687D25E2B4}"/>
              </a:ext>
            </a:extLst>
          </p:cNvPr>
          <p:cNvCxnSpPr>
            <a:cxnSpLocks/>
          </p:cNvCxnSpPr>
          <p:nvPr/>
        </p:nvCxnSpPr>
        <p:spPr>
          <a:xfrm>
            <a:off x="3780000" y="983451"/>
            <a:ext cx="0" cy="55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ED873E4-2257-D2C1-EF06-3B229DA5C160}"/>
              </a:ext>
            </a:extLst>
          </p:cNvPr>
          <p:cNvCxnSpPr>
            <a:cxnSpLocks/>
          </p:cNvCxnSpPr>
          <p:nvPr/>
        </p:nvCxnSpPr>
        <p:spPr>
          <a:xfrm>
            <a:off x="8460000" y="983451"/>
            <a:ext cx="0" cy="55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AE322132-8A37-B8AE-D965-6A5FDD8F9C82}"/>
              </a:ext>
            </a:extLst>
          </p:cNvPr>
          <p:cNvSpPr txBox="1"/>
          <p:nvPr/>
        </p:nvSpPr>
        <p:spPr>
          <a:xfrm>
            <a:off x="5570834" y="856981"/>
            <a:ext cx="1200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</a:rPr>
              <a:t>Page 2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0BDBF9AD-927F-F1CB-4575-FA1F5F188E87}"/>
              </a:ext>
            </a:extLst>
          </p:cNvPr>
          <p:cNvSpPr/>
          <p:nvPr/>
        </p:nvSpPr>
        <p:spPr>
          <a:xfrm rot="5400000">
            <a:off x="5810675" y="1347358"/>
            <a:ext cx="586356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9A12C56-91A1-6EEB-B12F-383ABD3B3376}"/>
              </a:ext>
            </a:extLst>
          </p:cNvPr>
          <p:cNvSpPr txBox="1"/>
          <p:nvPr/>
        </p:nvSpPr>
        <p:spPr>
          <a:xfrm>
            <a:off x="9763490" y="856981"/>
            <a:ext cx="1200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</a:rPr>
              <a:t>Page 3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74BA1C46-8E46-442E-1471-ED51D4B6D440}"/>
              </a:ext>
            </a:extLst>
          </p:cNvPr>
          <p:cNvSpPr/>
          <p:nvPr/>
        </p:nvSpPr>
        <p:spPr>
          <a:xfrm rot="5400000">
            <a:off x="10003329" y="1347359"/>
            <a:ext cx="586359" cy="528936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65DCC-66E8-C9D2-56D1-656D24C2D154}"/>
              </a:ext>
            </a:extLst>
          </p:cNvPr>
          <p:cNvSpPr txBox="1"/>
          <p:nvPr/>
        </p:nvSpPr>
        <p:spPr>
          <a:xfrm>
            <a:off x="4081777" y="1905003"/>
            <a:ext cx="1671108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Présent dans le cours 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Chargement des données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d3.json()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d3.csv()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Utilisation de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Promise.all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Sélection et manipulation d’éléments HTML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d3.select()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d3.selectAll()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.html()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.style()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attr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Echelles (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 Unicode MS"/>
              </a:rPr>
              <a:t>scale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d3.scaleSequential(d3.interpolateBlues)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domain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([0,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maxValue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])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Graphiques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SVG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d3.geoPath()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d3.geoMercator()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attr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("d",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path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)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FB789B3-3D70-760B-37AE-CD8332D78EF3}"/>
              </a:ext>
            </a:extLst>
          </p:cNvPr>
          <p:cNvSpPr txBox="1"/>
          <p:nvPr/>
        </p:nvSpPr>
        <p:spPr>
          <a:xfrm>
            <a:off x="6359400" y="1885708"/>
            <a:ext cx="1823124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b="1" dirty="0">
                <a:solidFill>
                  <a:srgbClr val="FF0000"/>
                </a:solidFill>
                <a:latin typeface="Arial" panose="020B0604020202020204" pitchFamily="34" charset="0"/>
              </a:rPr>
              <a:t>Indépendant du cours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Utilisation de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Promise.all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()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Ton cours explique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d3.json()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d3.csv()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mais ne parle pas de la gestion asynchrone avancée.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Normalisation des noms de quartiers (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normalize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()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)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Ajouté pour corriger d'éventuels problèmes d'incohérence dans les noms.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Création d’une légende avec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linearGradient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900" dirty="0">
                <a:solidFill>
                  <a:schemeClr val="bg1"/>
                </a:solidFill>
                <a:latin typeface="Arial" panose="020B0604020202020204" pitchFamily="34" charset="0"/>
              </a:rPr>
              <a:t>Le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cours parle de couleurs, mais pas de la création de dégradés SVG.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Manipulation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avancée des objets JavaScript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Structure de données pour stocker les stats des quartiers.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1CCD4F0-AA12-DE9C-B9F9-57C9C0F0EBA6}"/>
              </a:ext>
            </a:extLst>
          </p:cNvPr>
          <p:cNvSpPr txBox="1"/>
          <p:nvPr/>
        </p:nvSpPr>
        <p:spPr>
          <a:xfrm>
            <a:off x="8578983" y="1954958"/>
            <a:ext cx="156926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Présent dans le cours 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Chargement des données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r>
              <a:rPr lang="fr-FR" sz="1000" dirty="0">
                <a:solidFill>
                  <a:schemeClr val="bg1">
                    <a:lumMod val="95000"/>
                  </a:schemeClr>
                </a:solidFill>
              </a:rPr>
              <a:t>d3.csv()</a:t>
            </a:r>
          </a:p>
          <a:p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 </a:t>
            </a:r>
            <a:r>
              <a:rPr lang="fr-FR" sz="11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Manipulation du DOM avec D3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select()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append()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attr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style()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etc. </a:t>
            </a: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11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Echelles et axes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scaleLinear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scaleBand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axisLeft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axisBottom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Interactivité avec évènement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on("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mouseover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")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on("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mouseout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")</a:t>
            </a:r>
            <a:r>
              <a:rPr kumimoji="0" lang="fr-FR" altLang="fr-FR" sz="7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AA1F5F1-B4CA-3BC9-2496-C4BA0D359EA7}"/>
              </a:ext>
            </a:extLst>
          </p:cNvPr>
          <p:cNvSpPr txBox="1"/>
          <p:nvPr/>
        </p:nvSpPr>
        <p:spPr>
          <a:xfrm>
            <a:off x="10418135" y="1954958"/>
            <a:ext cx="173780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b="1" dirty="0">
                <a:solidFill>
                  <a:srgbClr val="FF0000"/>
                </a:solidFill>
                <a:latin typeface="Arial" panose="020B0604020202020204" pitchFamily="34" charset="0"/>
              </a:rPr>
              <a:t>Indépendant du cours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Effet 3d sur les barres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Utilisation de gradient (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linearGradient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et ombres (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filter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lang="fr-FR" sz="1100" b="1" dirty="0">
                <a:solidFill>
                  <a:srgbClr val="C00000"/>
                </a:solidFill>
              </a:rPr>
              <a:t>Gestion avancée des </a:t>
            </a:r>
            <a:r>
              <a:rPr lang="fr-FR" sz="1100" b="1" dirty="0" err="1">
                <a:solidFill>
                  <a:srgbClr val="C00000"/>
                </a:solidFill>
              </a:rPr>
              <a:t>tooltips</a:t>
            </a:r>
            <a:endParaRPr lang="fr-FR" sz="1100" b="1" dirty="0">
              <a:solidFill>
                <a:srgbClr val="C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div.tooltip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transition()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Optimisation des axes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Suppression des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étiquettes redondantes sur les axes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selectAll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(".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tick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text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").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each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0A3B744-2CC5-2C5F-CC8D-ED5C065D4BB0}"/>
              </a:ext>
            </a:extLst>
          </p:cNvPr>
          <p:cNvSpPr txBox="1"/>
          <p:nvPr/>
        </p:nvSpPr>
        <p:spPr>
          <a:xfrm>
            <a:off x="21942" y="1885708"/>
            <a:ext cx="167110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Présent dans le cours 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Chargement des données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d3.json()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d3.csv()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-Conversion des valeurs numériques (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+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d.price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). </a:t>
            </a:r>
            <a:endParaRPr lang="fr-FR" altLang="fr-FR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Echelles et axes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1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Utilisation de 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scaleLinear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et 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scaleBand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. </a:t>
            </a:r>
            <a:endParaRPr kumimoji="0" lang="fr-FR" altLang="fr-FR" sz="9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-Création et personnalisation des </a:t>
            </a:r>
            <a:r>
              <a:rPr kumimoji="0" lang="fr-FR" altLang="fr-FR" sz="9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axes X/Y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axisBottom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, </a:t>
            </a:r>
            <a:r>
              <a:rPr kumimoji="0" lang="fr-FR" altLang="fr-FR" sz="9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axisLeft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). </a:t>
            </a: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✅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Interactivité et gestion d’évènement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Changement de styles et opacité au survol.</a:t>
            </a:r>
            <a:b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 Ajout d’un bouton de zoom.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9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DE9F230-E375-4F0F-AE0E-3945272556B6}"/>
              </a:ext>
            </a:extLst>
          </p:cNvPr>
          <p:cNvSpPr txBox="1"/>
          <p:nvPr/>
        </p:nvSpPr>
        <p:spPr>
          <a:xfrm>
            <a:off x="2018513" y="1908258"/>
            <a:ext cx="173780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b="1" dirty="0">
                <a:solidFill>
                  <a:srgbClr val="FF0000"/>
                </a:solidFill>
                <a:latin typeface="Arial" panose="020B0604020202020204" pitchFamily="34" charset="0"/>
              </a:rPr>
              <a:t>Indépendant du cours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Adaptation dynamique des tailles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 Calcul automatique de la largeur/hauteur (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container.node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().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clientWidth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 Utilisation de </a:t>
            </a:r>
            <a:r>
              <a:rPr kumimoji="0" lang="fr-FR" altLang="fr-FR" sz="90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viewBox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pour rendre les graphiques responsifs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lang="fr-FR" sz="1100" b="1" dirty="0">
                <a:solidFill>
                  <a:srgbClr val="C00000"/>
                </a:solidFill>
              </a:rPr>
              <a:t>Intégration d’une carte </a:t>
            </a:r>
            <a:r>
              <a:rPr lang="fr-FR" sz="1100" b="1" dirty="0" err="1">
                <a:solidFill>
                  <a:srgbClr val="C00000"/>
                </a:solidFill>
              </a:rPr>
              <a:t>intéractive</a:t>
            </a:r>
            <a:endParaRPr lang="fr-FR" sz="1100" b="1" dirty="0">
              <a:solidFill>
                <a:srgbClr val="C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 Ajout de points géolocalisés avec 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d3.geoMercator()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- Zoom dynamique appliqué avec 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 Unicode MS"/>
              </a:rPr>
              <a:t>d3.zoom()</a:t>
            </a:r>
            <a:r>
              <a:rPr kumimoji="0" lang="fr-FR" altLang="fr-FR" sz="90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</a:rPr>
              <a:t>. </a:t>
            </a:r>
            <a:endParaRPr kumimoji="0" lang="fr-FR" altLang="fr-FR" sz="90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❌ 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Traitemen</a:t>
            </a:r>
            <a:r>
              <a:rPr lang="fr-FR" altLang="fr-FR" sz="1100" b="1" dirty="0">
                <a:solidFill>
                  <a:srgbClr val="C00000"/>
                </a:solidFill>
                <a:latin typeface="Arial" panose="020B0604020202020204" pitchFamily="34" charset="0"/>
              </a:rPr>
              <a:t>t avancé de données</a:t>
            </a:r>
            <a:endParaRPr kumimoji="0" lang="fr-FR" altLang="fr-FR" sz="11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900" dirty="0">
                <a:solidFill>
                  <a:schemeClr val="bg1">
                    <a:lumMod val="95000"/>
                  </a:schemeClr>
                </a:solidFill>
              </a:rPr>
              <a:t>Création dynamique de seuils pour les histogrammes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800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2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000">
              <a:srgbClr val="0F0F0F"/>
            </a:gs>
            <a:gs pos="100000">
              <a:schemeClr val="tx1">
                <a:lumMod val="75000"/>
                <a:lumOff val="25000"/>
              </a:schemeClr>
            </a:gs>
          </a:gsLst>
          <a:path path="rect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529B3-68D0-3429-09B3-5B9158B6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6BC0EAA-BFEC-F73A-A414-F5F158586E2E}"/>
              </a:ext>
            </a:extLst>
          </p:cNvPr>
          <p:cNvSpPr txBox="1"/>
          <p:nvPr/>
        </p:nvSpPr>
        <p:spPr>
          <a:xfrm>
            <a:off x="11820525" y="648866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7D0A965-036E-7FAA-6483-71CB3E9A56DA}"/>
              </a:ext>
            </a:extLst>
          </p:cNvPr>
          <p:cNvSpPr txBox="1"/>
          <p:nvPr/>
        </p:nvSpPr>
        <p:spPr>
          <a:xfrm>
            <a:off x="3278981" y="154215"/>
            <a:ext cx="5634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chemeClr val="bg1"/>
                </a:solidFill>
              </a:rPr>
              <a:t>Axes d’améliorations</a:t>
            </a:r>
          </a:p>
        </p:txBody>
      </p:sp>
      <p:pic>
        <p:nvPicPr>
          <p:cNvPr id="4" name="Image 3" descr="Une image contenant Graphique, cercle, Police, graphisme&#10;&#10;Le contenu généré par l’IA peut être incorrect.">
            <a:extLst>
              <a:ext uri="{FF2B5EF4-FFF2-40B4-BE49-F238E27FC236}">
                <a16:creationId xmlns:a16="http://schemas.microsoft.com/office/drawing/2014/main" id="{C96755D9-1687-31AD-1706-CFE3CE39B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020" y="1442923"/>
            <a:ext cx="711269" cy="67570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D016555-3E40-3C06-6B63-D570D9758362}"/>
              </a:ext>
            </a:extLst>
          </p:cNvPr>
          <p:cNvSpPr txBox="1"/>
          <p:nvPr/>
        </p:nvSpPr>
        <p:spPr>
          <a:xfrm>
            <a:off x="47558" y="2610683"/>
            <a:ext cx="262902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Avantages</a:t>
            </a:r>
          </a:p>
          <a:p>
            <a:pPr algn="ctr">
              <a:buNone/>
            </a:pPr>
            <a:endParaRPr lang="fr-FR" b="1" dirty="0">
              <a:solidFill>
                <a:srgbClr val="FFFF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Puissant et flexible</a:t>
            </a:r>
            <a:r>
              <a:rPr lang="fr-F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: </a:t>
            </a:r>
            <a:r>
              <a:rPr lang="fr-FR" sz="1400" dirty="0">
                <a:solidFill>
                  <a:schemeClr val="bg2"/>
                </a:solidFill>
              </a:rPr>
              <a:t>Permet de créer des visualisations interactives et sur mesure.</a:t>
            </a:r>
          </a:p>
          <a:p>
            <a:pPr marL="285750" indent="-285750" algn="just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Basé sur les standards web</a:t>
            </a:r>
            <a:r>
              <a:rPr lang="fr-F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: </a:t>
            </a:r>
            <a:r>
              <a:rPr lang="fr-FR" sz="1400" dirty="0">
                <a:solidFill>
                  <a:schemeClr val="bg2"/>
                </a:solidFill>
              </a:rPr>
              <a:t>Utilise SVG, HTML, CSS et JavaScript.</a:t>
            </a:r>
          </a:p>
          <a:p>
            <a:pPr marL="285750" indent="-285750" algn="just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Dynamique et interactif</a:t>
            </a:r>
            <a:r>
              <a:rPr lang="fr-F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: </a:t>
            </a:r>
            <a:r>
              <a:rPr lang="fr-FR" sz="1400" dirty="0">
                <a:solidFill>
                  <a:schemeClr val="bg2"/>
                </a:solidFill>
              </a:rPr>
              <a:t>Mise à jour des données en temps réel.</a:t>
            </a:r>
          </a:p>
          <a:p>
            <a:pPr marL="285750" indent="-285750" algn="just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2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2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EE5524C-9B0E-DF10-EC56-4CA26211F2B9}"/>
              </a:ext>
            </a:extLst>
          </p:cNvPr>
          <p:cNvSpPr txBox="1"/>
          <p:nvPr/>
        </p:nvSpPr>
        <p:spPr>
          <a:xfrm>
            <a:off x="6713644" y="1190625"/>
            <a:ext cx="48007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0" dirty="0"/>
              <a:t>⚠️</a:t>
            </a:r>
            <a:r>
              <a:rPr lang="fr-FR" sz="2400" dirty="0"/>
              <a:t> </a:t>
            </a:r>
            <a:r>
              <a:rPr lang="fr-FR" sz="2000" b="1" dirty="0">
                <a:solidFill>
                  <a:srgbClr val="FFC000"/>
                </a:solidFill>
              </a:rPr>
              <a:t>Problèmes rencontrés</a:t>
            </a:r>
            <a:endParaRPr lang="fr-FR" sz="2400" dirty="0">
              <a:solidFill>
                <a:srgbClr val="FFC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88FFCF-17C6-0401-3D01-706BB95025A2}"/>
              </a:ext>
            </a:extLst>
          </p:cNvPr>
          <p:cNvSpPr txBox="1"/>
          <p:nvPr/>
        </p:nvSpPr>
        <p:spPr>
          <a:xfrm>
            <a:off x="2963094" y="2655770"/>
            <a:ext cx="262902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dirty="0">
                <a:solidFill>
                  <a:srgbClr val="FF0000"/>
                </a:solidFill>
              </a:rPr>
              <a:t>❌ </a:t>
            </a:r>
            <a:r>
              <a:rPr lang="fr-FR" b="1" dirty="0">
                <a:solidFill>
                  <a:srgbClr val="FF0000"/>
                </a:solidFill>
              </a:rPr>
              <a:t>Inconvénients</a:t>
            </a:r>
          </a:p>
          <a:p>
            <a:pPr algn="ctr">
              <a:buNone/>
            </a:pPr>
            <a:endParaRPr lang="fr-FR" sz="1400" b="1" dirty="0">
              <a:solidFill>
                <a:srgbClr val="FF00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rgbClr val="C00000"/>
                </a:solidFill>
              </a:rPr>
              <a:t>Performance</a:t>
            </a:r>
            <a:r>
              <a:rPr lang="fr-FR" sz="1400" dirty="0">
                <a:solidFill>
                  <a:srgbClr val="C00000"/>
                </a:solidFill>
              </a:rPr>
              <a:t> : </a:t>
            </a:r>
            <a:r>
              <a:rPr lang="fr-FR" sz="1400" dirty="0">
                <a:solidFill>
                  <a:schemeClr val="bg1"/>
                </a:solidFill>
              </a:rPr>
              <a:t>Peut devenir lent avec de très grands jeux de données.</a:t>
            </a:r>
          </a:p>
          <a:p>
            <a:pPr marL="285750" indent="-285750" algn="just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rgbClr val="C00000"/>
                </a:solidFill>
              </a:rPr>
              <a:t>Graphiques : </a:t>
            </a:r>
            <a:r>
              <a:rPr lang="fr-FR" sz="1400" dirty="0">
                <a:solidFill>
                  <a:schemeClr val="bg1"/>
                </a:solidFill>
              </a:rPr>
              <a:t>Pas de graphiques prêts à l’emploi</a:t>
            </a:r>
          </a:p>
          <a:p>
            <a:pPr marL="285750" indent="-285750" algn="just">
              <a:buFont typeface="Wingdings" panose="05000000000000000000" pitchFamily="2" charset="2"/>
              <a:buChar char="è"/>
            </a:pPr>
            <a:endParaRPr lang="fr-FR" sz="14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è"/>
            </a:pPr>
            <a:r>
              <a:rPr lang="fr-FR" sz="1400" b="1" dirty="0">
                <a:solidFill>
                  <a:srgbClr val="C00000"/>
                </a:solidFill>
              </a:rPr>
              <a:t>Design : </a:t>
            </a:r>
            <a:r>
              <a:rPr lang="fr-FR" sz="1400" dirty="0">
                <a:solidFill>
                  <a:schemeClr val="bg1"/>
                </a:solidFill>
              </a:rPr>
              <a:t>Il faut personnaliser entièrement les couleurs, axes, labels, etc.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fr-FR" sz="1400" dirty="0">
              <a:solidFill>
                <a:schemeClr val="bg2"/>
              </a:solidFill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4FF064B-BC40-67FD-9686-4BA2735B18BA}"/>
              </a:ext>
            </a:extLst>
          </p:cNvPr>
          <p:cNvCxnSpPr>
            <a:cxnSpLocks/>
          </p:cNvCxnSpPr>
          <p:nvPr/>
        </p:nvCxnSpPr>
        <p:spPr>
          <a:xfrm>
            <a:off x="2871655" y="2718404"/>
            <a:ext cx="0" cy="32030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564B372-D722-DBAE-29FF-7BB645F3253A}"/>
              </a:ext>
            </a:extLst>
          </p:cNvPr>
          <p:cNvCxnSpPr>
            <a:cxnSpLocks/>
          </p:cNvCxnSpPr>
          <p:nvPr/>
        </p:nvCxnSpPr>
        <p:spPr>
          <a:xfrm>
            <a:off x="6096000" y="1190625"/>
            <a:ext cx="0" cy="55718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1815626B-BAC8-17CF-DB4B-9E2000AF7E72}"/>
              </a:ext>
            </a:extLst>
          </p:cNvPr>
          <p:cNvSpPr txBox="1"/>
          <p:nvPr/>
        </p:nvSpPr>
        <p:spPr>
          <a:xfrm>
            <a:off x="6427001" y="2655770"/>
            <a:ext cx="53740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400" b="1" dirty="0">
                <a:solidFill>
                  <a:srgbClr val="FFC000"/>
                </a:solidFill>
              </a:rPr>
              <a:t>1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FFC000"/>
                </a:solidFill>
              </a:rPr>
              <a:t>–</a:t>
            </a:r>
            <a:r>
              <a:rPr lang="fr-FR" sz="1400" b="1" dirty="0"/>
              <a:t> </a:t>
            </a:r>
            <a:r>
              <a:rPr lang="fr-FR" sz="1400" dirty="0">
                <a:solidFill>
                  <a:schemeClr val="bg1"/>
                </a:solidFill>
              </a:rPr>
              <a:t>Séparation du travail entre les membres du groupe : difficulté à tout rassembler à la fin </a:t>
            </a:r>
          </a:p>
          <a:p>
            <a:pPr algn="just"/>
            <a:endParaRPr lang="fr-FR" sz="1400" dirty="0">
              <a:solidFill>
                <a:schemeClr val="bg1"/>
              </a:solidFill>
            </a:endParaRPr>
          </a:p>
          <a:p>
            <a:pPr algn="just"/>
            <a:endParaRPr lang="fr-FR" sz="1400" dirty="0">
              <a:solidFill>
                <a:schemeClr val="bg1"/>
              </a:solidFill>
            </a:endParaRPr>
          </a:p>
          <a:p>
            <a:pPr algn="just"/>
            <a:r>
              <a:rPr lang="fr-FR" sz="1400" b="1" dirty="0">
                <a:solidFill>
                  <a:srgbClr val="FFC000"/>
                </a:solidFill>
              </a:rPr>
              <a:t>2 – </a:t>
            </a:r>
            <a:r>
              <a:rPr lang="fr-FR" sz="1400" dirty="0">
                <a:solidFill>
                  <a:schemeClr val="bg1"/>
                </a:solidFill>
              </a:rPr>
              <a:t>Difficulté à implémenter les graphiques d’éléments secondaires (légende, style, etc…)</a:t>
            </a:r>
            <a:r>
              <a:rPr lang="fr-FR" sz="1400" b="1" dirty="0">
                <a:solidFill>
                  <a:srgbClr val="FFC000"/>
                </a:solidFill>
              </a:rPr>
              <a:t>  </a:t>
            </a:r>
          </a:p>
          <a:p>
            <a:pPr algn="just"/>
            <a:endParaRPr lang="fr-FR" sz="1400" b="1" dirty="0">
              <a:solidFill>
                <a:srgbClr val="FFC000"/>
              </a:solidFill>
            </a:endParaRPr>
          </a:p>
          <a:p>
            <a:pPr algn="just"/>
            <a:endParaRPr lang="fr-FR" sz="1400" b="1" dirty="0">
              <a:solidFill>
                <a:srgbClr val="FFC000"/>
              </a:solidFill>
            </a:endParaRPr>
          </a:p>
          <a:p>
            <a:pPr algn="just"/>
            <a:r>
              <a:rPr lang="fr-FR" sz="1400" b="1" dirty="0">
                <a:solidFill>
                  <a:srgbClr val="FFC000"/>
                </a:solidFill>
              </a:rPr>
              <a:t>3 – </a:t>
            </a:r>
            <a:r>
              <a:rPr lang="fr-FR" sz="1400" dirty="0">
                <a:solidFill>
                  <a:schemeClr val="bg1"/>
                </a:solidFill>
              </a:rPr>
              <a:t>Problèmes lié à la carte choroplèthe</a:t>
            </a:r>
          </a:p>
          <a:p>
            <a:pPr algn="just"/>
            <a:endParaRPr lang="fr-FR" sz="1400" dirty="0">
              <a:solidFill>
                <a:schemeClr val="bg1"/>
              </a:solidFill>
            </a:endParaRPr>
          </a:p>
          <a:p>
            <a:pPr algn="just"/>
            <a:endParaRPr lang="fr-FR" sz="1400" b="1" dirty="0">
              <a:solidFill>
                <a:schemeClr val="bg1"/>
              </a:solidFill>
            </a:endParaRPr>
          </a:p>
          <a:p>
            <a:pPr algn="just"/>
            <a:r>
              <a:rPr lang="fr-FR" sz="1400" b="1" dirty="0">
                <a:solidFill>
                  <a:srgbClr val="FFC000"/>
                </a:solidFill>
              </a:rPr>
              <a:t> 4 – </a:t>
            </a:r>
            <a:r>
              <a:rPr lang="fr-FR" sz="1400" dirty="0">
                <a:solidFill>
                  <a:schemeClr val="bg1"/>
                </a:solidFill>
              </a:rPr>
              <a:t>Certaines pages du site (notamment la 1ere) peuvent voir leur performance baisser à cause de la modification en temps réel de la carte.</a:t>
            </a:r>
          </a:p>
          <a:p>
            <a:pPr algn="just"/>
            <a:endParaRPr lang="fr-FR" sz="1400" dirty="0">
              <a:solidFill>
                <a:schemeClr val="bg1"/>
              </a:solidFill>
            </a:endParaRPr>
          </a:p>
          <a:p>
            <a:pPr algn="just"/>
            <a:endParaRPr lang="fr-FR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1250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920</Words>
  <Application>Microsoft Office PowerPoint</Application>
  <PresentationFormat>Grand écran</PresentationFormat>
  <Paragraphs>172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Timéo Tessier</dc:creator>
  <cp:lastModifiedBy>Timéo Tessier</cp:lastModifiedBy>
  <cp:revision>1</cp:revision>
  <dcterms:created xsi:type="dcterms:W3CDTF">2025-03-25T21:54:02Z</dcterms:created>
  <dcterms:modified xsi:type="dcterms:W3CDTF">2025-03-26T00:35:14Z</dcterms:modified>
</cp:coreProperties>
</file>